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4"/>
    <p:sldMasterId id="214748370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IBM Plex Sans"/>
      <p:regular r:id="rId36"/>
      <p:bold r:id="rId37"/>
      <p:italic r:id="rId38"/>
      <p:boldItalic r:id="rId39"/>
    </p:embeddedFont>
    <p:embeddedFont>
      <p:font typeface="Sora SemiBold"/>
      <p:regular r:id="rId40"/>
      <p:bold r:id="rId41"/>
    </p:embeddedFont>
    <p:embeddedFont>
      <p:font typeface="IBM Plex Sans Medium"/>
      <p:regular r:id="rId42"/>
      <p:bold r:id="rId43"/>
      <p:italic r:id="rId44"/>
      <p:boldItalic r:id="rId45"/>
    </p:embeddedFont>
    <p:embeddedFont>
      <p:font typeface="Sora Light"/>
      <p:regular r:id="rId46"/>
      <p:bold r:id="rId47"/>
    </p:embeddedFont>
    <p:embeddedFont>
      <p:font typeface="Sora ExtraLight"/>
      <p:regular r:id="rId48"/>
      <p:bold r:id="rId49"/>
    </p:embeddedFont>
    <p:embeddedFont>
      <p:font typeface="Sora"/>
      <p:regular r:id="rId50"/>
      <p:bold r:id="rId51"/>
    </p:embeddedFont>
    <p:embeddedFont>
      <p:font typeface="Sora Medium"/>
      <p:regular r:id="rId52"/>
      <p:bold r:id="rId53"/>
    </p:embeddedFont>
    <p:embeddedFont>
      <p:font typeface="IBM Plex Sans SemiBold"/>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raSemiBold-regular.fntdata"/><Relationship Id="rId42" Type="http://schemas.openxmlformats.org/officeDocument/2006/relationships/font" Target="fonts/IBMPlexSansMedium-regular.fntdata"/><Relationship Id="rId41" Type="http://schemas.openxmlformats.org/officeDocument/2006/relationships/font" Target="fonts/SoraSemiBold-bold.fntdata"/><Relationship Id="rId44" Type="http://schemas.openxmlformats.org/officeDocument/2006/relationships/font" Target="fonts/IBMPlexSansMedium-italic.fntdata"/><Relationship Id="rId43" Type="http://schemas.openxmlformats.org/officeDocument/2006/relationships/font" Target="fonts/IBMPlexSansMedium-bold.fntdata"/><Relationship Id="rId46" Type="http://schemas.openxmlformats.org/officeDocument/2006/relationships/font" Target="fonts/SoraLight-regular.fntdata"/><Relationship Id="rId45" Type="http://schemas.openxmlformats.org/officeDocument/2006/relationships/font" Target="fonts/IBMPlexSans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SoraExtraLight-regular.fntdata"/><Relationship Id="rId47" Type="http://schemas.openxmlformats.org/officeDocument/2006/relationships/font" Target="fonts/SoraLight-bold.fntdata"/><Relationship Id="rId49" Type="http://schemas.openxmlformats.org/officeDocument/2006/relationships/font" Target="fonts/SoraExtraLight-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IBMPlexSans-bold.fntdata"/><Relationship Id="rId36" Type="http://schemas.openxmlformats.org/officeDocument/2006/relationships/font" Target="fonts/IBMPlexSans-regular.fntdata"/><Relationship Id="rId39" Type="http://schemas.openxmlformats.org/officeDocument/2006/relationships/font" Target="fonts/IBMPlexSans-boldItalic.fntdata"/><Relationship Id="rId38" Type="http://schemas.openxmlformats.org/officeDocument/2006/relationships/font" Target="fonts/IBMPlexSans-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Sora-bold.fntdata"/><Relationship Id="rId50" Type="http://schemas.openxmlformats.org/officeDocument/2006/relationships/font" Target="fonts/Sora-regular.fntdata"/><Relationship Id="rId53" Type="http://schemas.openxmlformats.org/officeDocument/2006/relationships/font" Target="fonts/SoraMedium-bold.fntdata"/><Relationship Id="rId52" Type="http://schemas.openxmlformats.org/officeDocument/2006/relationships/font" Target="fonts/SoraMedium-regular.fntdata"/><Relationship Id="rId11" Type="http://schemas.openxmlformats.org/officeDocument/2006/relationships/slide" Target="slides/slide5.xml"/><Relationship Id="rId55" Type="http://schemas.openxmlformats.org/officeDocument/2006/relationships/font" Target="fonts/IBMPlexSansSemiBold-bold.fntdata"/><Relationship Id="rId10" Type="http://schemas.openxmlformats.org/officeDocument/2006/relationships/slide" Target="slides/slide4.xml"/><Relationship Id="rId54" Type="http://schemas.openxmlformats.org/officeDocument/2006/relationships/font" Target="fonts/IBMPlexSansSemiBold-regular.fntdata"/><Relationship Id="rId13" Type="http://schemas.openxmlformats.org/officeDocument/2006/relationships/slide" Target="slides/slide7.xml"/><Relationship Id="rId57" Type="http://schemas.openxmlformats.org/officeDocument/2006/relationships/font" Target="fonts/IBMPlexSansSemiBold-boldItalic.fntdata"/><Relationship Id="rId12" Type="http://schemas.openxmlformats.org/officeDocument/2006/relationships/slide" Target="slides/slide6.xml"/><Relationship Id="rId56" Type="http://schemas.openxmlformats.org/officeDocument/2006/relationships/font" Target="fonts/IBMPlexSansSemi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89fef95be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89fef95be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89fef95be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389fef95be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89fef95bef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389fef95bef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89fef95be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389fef95be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89fef95bef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389fef95be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389fef95bef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7" name="Google Shape;977;g389fef95bef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8c509dcd0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0" name="Google Shape;990;g38c509dcd0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8c30e6acd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38c30e6acd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38c509dcd0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g38c509dcd0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8c509dcd0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38c509dcd0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8c509dcd0c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38c509dcd0c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389fef95bef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389fef95bef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8c509dcd0c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38c509dcd0c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8c509dcd0c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38c509dcd0c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38bbd6c5b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38bbd6c5b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8c509dcd0c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38c509dcd0c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8c509dcd0c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38c509dcd0c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8c509dcd0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38c509dcd0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85ee56c6c9_2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385ee56c6c9_2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85ee56c6c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385ee56c6c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85ee56c6c9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385ee56c6c9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385ee56c6c9_2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8" name="Google Shape;1118;g385ee56c6c9_2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8c2abf9e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38c2abf9e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8c509dcd0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38c509dcd0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8bfba988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38bfba988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Unsupervised Learning:</a:t>
            </a:r>
            <a:r>
              <a:rPr lang="en">
                <a:solidFill>
                  <a:schemeClr val="dk1"/>
                </a:solidFill>
              </a:rPr>
              <a:t> You plan to implement unsupervised anomaly detection. How do you plan to leverage the findings from this supervised approach to inform your unsupervised models?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Real-Time Implementation:</a:t>
            </a:r>
            <a:r>
              <a:rPr lang="en">
                <a:solidFill>
                  <a:schemeClr val="dk1"/>
                </a:solidFill>
              </a:rPr>
              <a:t> One of your future goals is a real-time simulation. What challenges do you anticipate in deploying this model for real-time traffic analysis, particularly concerning inference speed and resource consumption?</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Expanding Attack Types:</a:t>
            </a:r>
            <a:r>
              <a:rPr lang="en">
                <a:solidFill>
                  <a:schemeClr val="dk1"/>
                </a:solidFill>
              </a:rPr>
              <a:t> Your future work includes detecting web-based attacks like SQL Injection and XSS. These attacks are often identified by their content (payload) rather than just network flow statistics. How will you adapt your feature set to handle these different types of threats?</a:t>
            </a:r>
            <a:endParaRPr>
              <a:solidFill>
                <a:schemeClr val="dk1"/>
              </a:solidFill>
            </a:endParaRPr>
          </a:p>
          <a:p>
            <a:pPr indent="0" lvl="0" marL="0" rtl="0" algn="l">
              <a:spcBef>
                <a:spcPts val="0"/>
              </a:spcBef>
              <a:spcAft>
                <a:spcPts val="0"/>
              </a:spcAft>
              <a:buNone/>
            </a:pPr>
            <a:r>
              <a:rPr b="1" lang="en">
                <a:solidFill>
                  <a:schemeClr val="dk1"/>
                </a:solidFill>
              </a:rPr>
              <a:t>False Positives:</a:t>
            </a:r>
            <a:r>
              <a:rPr lang="en">
                <a:solidFill>
                  <a:schemeClr val="dk1"/>
                </a:solidFill>
              </a:rPr>
              <a:t> How would a system like this distinguish between a genuine DDoS attack and a legitimate, non-malicious traffic spike, such as a "flash crowd" event?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Extra information: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38c30e6acd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7" name="Google Shape;1147;g38c30e6acd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385ee56c6c9_2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385ee56c6c9_2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385ee56c6c9_2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8" name="Google Shape;1158;g385ee56c6c9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85ee56c6c9_2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4" name="Google Shape;1164;g385ee56c6c9_2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54" name="Shape 54"/>
        <p:cNvGrpSpPr/>
        <p:nvPr/>
      </p:nvGrpSpPr>
      <p:grpSpPr>
        <a:xfrm>
          <a:off x="0" y="0"/>
          <a:ext cx="0" cy="0"/>
          <a:chOff x="0" y="0"/>
          <a:chExt cx="0" cy="0"/>
        </a:xfrm>
      </p:grpSpPr>
      <p:sp>
        <p:nvSpPr>
          <p:cNvPr id="55" name="Google Shape;55;p14"/>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6" name="Google Shape;56;p14"/>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14"/>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8" name="Google Shape;58;p14"/>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59" name="Google Shape;59;p14"/>
          <p:cNvGrpSpPr/>
          <p:nvPr/>
        </p:nvGrpSpPr>
        <p:grpSpPr>
          <a:xfrm flipH="1" rot="10800000">
            <a:off x="4395238" y="-11"/>
            <a:ext cx="4748757" cy="2797859"/>
            <a:chOff x="3200875" y="1642950"/>
            <a:chExt cx="5970275" cy="3517550"/>
          </a:xfrm>
        </p:grpSpPr>
        <p:sp>
          <p:nvSpPr>
            <p:cNvPr id="60" name="Google Shape;60;p14"/>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61" name="Google Shape;61;p14"/>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62" name="Google Shape;62;p14"/>
          <p:cNvGrpSpPr/>
          <p:nvPr/>
        </p:nvGrpSpPr>
        <p:grpSpPr>
          <a:xfrm flipH="1">
            <a:off x="6309311" y="2793726"/>
            <a:ext cx="2834695" cy="1890116"/>
            <a:chOff x="312900" y="2793625"/>
            <a:chExt cx="2221200" cy="1481050"/>
          </a:xfrm>
        </p:grpSpPr>
        <p:grpSp>
          <p:nvGrpSpPr>
            <p:cNvPr id="63" name="Google Shape;63;p14"/>
            <p:cNvGrpSpPr/>
            <p:nvPr/>
          </p:nvGrpSpPr>
          <p:grpSpPr>
            <a:xfrm>
              <a:off x="312900" y="2793625"/>
              <a:ext cx="1851000" cy="1481050"/>
              <a:chOff x="461225" y="3249175"/>
              <a:chExt cx="1851000" cy="1481050"/>
            </a:xfrm>
          </p:grpSpPr>
          <p:grpSp>
            <p:nvGrpSpPr>
              <p:cNvPr id="64" name="Google Shape;64;p14"/>
              <p:cNvGrpSpPr/>
              <p:nvPr/>
            </p:nvGrpSpPr>
            <p:grpSpPr>
              <a:xfrm>
                <a:off x="461225" y="3249175"/>
                <a:ext cx="1851000" cy="370200"/>
                <a:chOff x="461225" y="3249175"/>
                <a:chExt cx="1851000" cy="370200"/>
              </a:xfrm>
            </p:grpSpPr>
            <p:sp>
              <p:nvSpPr>
                <p:cNvPr id="65" name="Google Shape;65;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 name="Google Shape;66;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 name="Google Shape;6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 name="Google Shape;68;p14"/>
              <p:cNvGrpSpPr/>
              <p:nvPr/>
            </p:nvGrpSpPr>
            <p:grpSpPr>
              <a:xfrm>
                <a:off x="461225" y="3619500"/>
                <a:ext cx="1480800" cy="370200"/>
                <a:chOff x="461225" y="3249175"/>
                <a:chExt cx="1480800" cy="370200"/>
              </a:xfrm>
            </p:grpSpPr>
            <p:sp>
              <p:nvSpPr>
                <p:cNvPr id="69" name="Google Shape;6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 name="Google Shape;71;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 name="Google Shape;72;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 name="Google Shape;73;p14"/>
              <p:cNvGrpSpPr/>
              <p:nvPr/>
            </p:nvGrpSpPr>
            <p:grpSpPr>
              <a:xfrm>
                <a:off x="461225" y="3989700"/>
                <a:ext cx="1851000" cy="370200"/>
                <a:chOff x="461225" y="3249175"/>
                <a:chExt cx="1851000" cy="370200"/>
              </a:xfrm>
            </p:grpSpPr>
            <p:sp>
              <p:nvSpPr>
                <p:cNvPr id="74" name="Google Shape;74;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 name="Google Shape;75;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 name="Google Shape;76;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 name="Google Shape;7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8" name="Google Shape;78;p14"/>
              <p:cNvGrpSpPr/>
              <p:nvPr/>
            </p:nvGrpSpPr>
            <p:grpSpPr>
              <a:xfrm>
                <a:off x="461225" y="4360025"/>
                <a:ext cx="1480800" cy="370200"/>
                <a:chOff x="461225" y="3249175"/>
                <a:chExt cx="1480800" cy="370200"/>
              </a:xfrm>
            </p:grpSpPr>
            <p:sp>
              <p:nvSpPr>
                <p:cNvPr id="79" name="Google Shape;7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1" name="Google Shape;81;p14"/>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 name="Google Shape;82;p14"/>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83" name="Shape 83"/>
        <p:cNvGrpSpPr/>
        <p:nvPr/>
      </p:nvGrpSpPr>
      <p:grpSpPr>
        <a:xfrm>
          <a:off x="0" y="0"/>
          <a:ext cx="0" cy="0"/>
          <a:chOff x="0" y="0"/>
          <a:chExt cx="0" cy="0"/>
        </a:xfrm>
      </p:grpSpPr>
      <p:grpSp>
        <p:nvGrpSpPr>
          <p:cNvPr id="84" name="Google Shape;84;p15"/>
          <p:cNvGrpSpPr/>
          <p:nvPr/>
        </p:nvGrpSpPr>
        <p:grpSpPr>
          <a:xfrm flipH="1">
            <a:off x="6169505" y="2816179"/>
            <a:ext cx="2979740" cy="1986829"/>
            <a:chOff x="312900" y="2793625"/>
            <a:chExt cx="2221200" cy="1481050"/>
          </a:xfrm>
        </p:grpSpPr>
        <p:grpSp>
          <p:nvGrpSpPr>
            <p:cNvPr id="85" name="Google Shape;85;p15"/>
            <p:cNvGrpSpPr/>
            <p:nvPr/>
          </p:nvGrpSpPr>
          <p:grpSpPr>
            <a:xfrm>
              <a:off x="312900" y="2793625"/>
              <a:ext cx="1851000" cy="1481050"/>
              <a:chOff x="461225" y="3249175"/>
              <a:chExt cx="1851000" cy="1481050"/>
            </a:xfrm>
          </p:grpSpPr>
          <p:grpSp>
            <p:nvGrpSpPr>
              <p:cNvPr id="86" name="Google Shape;86;p15"/>
              <p:cNvGrpSpPr/>
              <p:nvPr/>
            </p:nvGrpSpPr>
            <p:grpSpPr>
              <a:xfrm>
                <a:off x="461225" y="3249175"/>
                <a:ext cx="1851000" cy="370200"/>
                <a:chOff x="461225" y="3249175"/>
                <a:chExt cx="1851000" cy="370200"/>
              </a:xfrm>
            </p:grpSpPr>
            <p:sp>
              <p:nvSpPr>
                <p:cNvPr id="87" name="Google Shape;87;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 name="Google Shape;89;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 name="Google Shape;90;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2" name="Google Shape;92;p15"/>
              <p:cNvGrpSpPr/>
              <p:nvPr/>
            </p:nvGrpSpPr>
            <p:grpSpPr>
              <a:xfrm>
                <a:off x="461225" y="3619500"/>
                <a:ext cx="1851000" cy="370200"/>
                <a:chOff x="461225" y="3249175"/>
                <a:chExt cx="1851000" cy="370200"/>
              </a:xfrm>
            </p:grpSpPr>
            <p:sp>
              <p:nvSpPr>
                <p:cNvPr id="93" name="Google Shape;93;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 name="Google Shape;95;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 name="Google Shape;96;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8" name="Google Shape;98;p15"/>
              <p:cNvGrpSpPr/>
              <p:nvPr/>
            </p:nvGrpSpPr>
            <p:grpSpPr>
              <a:xfrm>
                <a:off x="461225" y="3989700"/>
                <a:ext cx="1851000" cy="370200"/>
                <a:chOff x="461225" y="3249175"/>
                <a:chExt cx="1851000" cy="370200"/>
              </a:xfrm>
            </p:grpSpPr>
            <p:sp>
              <p:nvSpPr>
                <p:cNvPr id="99" name="Google Shape;99;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 name="Google Shape;101;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 name="Google Shape;102;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 name="Google Shape;103;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4" name="Google Shape;104;p15"/>
              <p:cNvGrpSpPr/>
              <p:nvPr/>
            </p:nvGrpSpPr>
            <p:grpSpPr>
              <a:xfrm>
                <a:off x="461225" y="4360025"/>
                <a:ext cx="1851000" cy="370200"/>
                <a:chOff x="461225" y="3249175"/>
                <a:chExt cx="1851000" cy="370200"/>
              </a:xfrm>
            </p:grpSpPr>
            <p:sp>
              <p:nvSpPr>
                <p:cNvPr id="105" name="Google Shape;105;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 name="Google Shape;107;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 name="Google Shape;108;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 name="Google Shape;109;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10" name="Google Shape;110;p1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11" name="Google Shape;111;p15"/>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12" name="Google Shape;112;p15"/>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3" name="Google Shape;113;p15"/>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15"/>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15"/>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16" name="Google Shape;116;p15"/>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17" name="Google Shape;117;p15"/>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118" name="Google Shape;118;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119" name="Shape 119"/>
        <p:cNvGrpSpPr/>
        <p:nvPr/>
      </p:nvGrpSpPr>
      <p:grpSpPr>
        <a:xfrm>
          <a:off x="0" y="0"/>
          <a:ext cx="0" cy="0"/>
          <a:chOff x="0" y="0"/>
          <a:chExt cx="0" cy="0"/>
        </a:xfrm>
      </p:grpSpPr>
      <p:grpSp>
        <p:nvGrpSpPr>
          <p:cNvPr id="120" name="Google Shape;120;p16"/>
          <p:cNvGrpSpPr/>
          <p:nvPr/>
        </p:nvGrpSpPr>
        <p:grpSpPr>
          <a:xfrm flipH="1">
            <a:off x="6169505" y="228779"/>
            <a:ext cx="2979740" cy="1986829"/>
            <a:chOff x="312900" y="2793625"/>
            <a:chExt cx="2221200" cy="1481050"/>
          </a:xfrm>
        </p:grpSpPr>
        <p:grpSp>
          <p:nvGrpSpPr>
            <p:cNvPr id="121" name="Google Shape;121;p16"/>
            <p:cNvGrpSpPr/>
            <p:nvPr/>
          </p:nvGrpSpPr>
          <p:grpSpPr>
            <a:xfrm>
              <a:off x="312900" y="2793625"/>
              <a:ext cx="1851000" cy="1481050"/>
              <a:chOff x="461225" y="3249175"/>
              <a:chExt cx="1851000" cy="1481050"/>
            </a:xfrm>
          </p:grpSpPr>
          <p:grpSp>
            <p:nvGrpSpPr>
              <p:cNvPr id="122" name="Google Shape;122;p16"/>
              <p:cNvGrpSpPr/>
              <p:nvPr/>
            </p:nvGrpSpPr>
            <p:grpSpPr>
              <a:xfrm>
                <a:off x="461225" y="3249175"/>
                <a:ext cx="1851000" cy="370200"/>
                <a:chOff x="461225" y="3249175"/>
                <a:chExt cx="1851000" cy="370200"/>
              </a:xfrm>
            </p:grpSpPr>
            <p:sp>
              <p:nvSpPr>
                <p:cNvPr id="123" name="Google Shape;123;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4" name="Google Shape;124;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5" name="Google Shape;125;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8" name="Google Shape;128;p16"/>
              <p:cNvGrpSpPr/>
              <p:nvPr/>
            </p:nvGrpSpPr>
            <p:grpSpPr>
              <a:xfrm>
                <a:off x="461225" y="3619500"/>
                <a:ext cx="1851000" cy="370200"/>
                <a:chOff x="461225" y="3249175"/>
                <a:chExt cx="1851000" cy="370200"/>
              </a:xfrm>
            </p:grpSpPr>
            <p:sp>
              <p:nvSpPr>
                <p:cNvPr id="129" name="Google Shape;129;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0" name="Google Shape;130;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1" name="Google Shape;131;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4" name="Google Shape;134;p16"/>
              <p:cNvGrpSpPr/>
              <p:nvPr/>
            </p:nvGrpSpPr>
            <p:grpSpPr>
              <a:xfrm>
                <a:off x="461225" y="3989700"/>
                <a:ext cx="1851000" cy="370200"/>
                <a:chOff x="461225" y="3249175"/>
                <a:chExt cx="1851000" cy="370200"/>
              </a:xfrm>
            </p:grpSpPr>
            <p:sp>
              <p:nvSpPr>
                <p:cNvPr id="135" name="Google Shape;135;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 name="Google Shape;136;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7" name="Google Shape;137;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8" name="Google Shape;138;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 name="Google Shape;139;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0" name="Google Shape;140;p16"/>
              <p:cNvGrpSpPr/>
              <p:nvPr/>
            </p:nvGrpSpPr>
            <p:grpSpPr>
              <a:xfrm>
                <a:off x="461225" y="4360025"/>
                <a:ext cx="1851000" cy="370200"/>
                <a:chOff x="461225" y="3249175"/>
                <a:chExt cx="1851000" cy="370200"/>
              </a:xfrm>
            </p:grpSpPr>
            <p:sp>
              <p:nvSpPr>
                <p:cNvPr id="141" name="Google Shape;141;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 name="Google Shape;143;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4" name="Google Shape;144;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46" name="Google Shape;146;p16"/>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47" name="Google Shape;147;p1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48" name="Google Shape;148;p16"/>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9" name="Google Shape;149;p16"/>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16"/>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16"/>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52" name="Google Shape;152;p16"/>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53" name="Google Shape;153;p1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54" name="Shape 154"/>
        <p:cNvGrpSpPr/>
        <p:nvPr/>
      </p:nvGrpSpPr>
      <p:grpSpPr>
        <a:xfrm>
          <a:off x="0" y="0"/>
          <a:ext cx="0" cy="0"/>
          <a:chOff x="0" y="0"/>
          <a:chExt cx="0" cy="0"/>
        </a:xfrm>
      </p:grpSpPr>
      <p:grpSp>
        <p:nvGrpSpPr>
          <p:cNvPr id="155" name="Google Shape;155;p17"/>
          <p:cNvGrpSpPr/>
          <p:nvPr/>
        </p:nvGrpSpPr>
        <p:grpSpPr>
          <a:xfrm>
            <a:off x="228600" y="2793625"/>
            <a:ext cx="2221200" cy="1481050"/>
            <a:chOff x="312900" y="2793625"/>
            <a:chExt cx="2221200" cy="1481050"/>
          </a:xfrm>
        </p:grpSpPr>
        <p:grpSp>
          <p:nvGrpSpPr>
            <p:cNvPr id="156" name="Google Shape;156;p17"/>
            <p:cNvGrpSpPr/>
            <p:nvPr/>
          </p:nvGrpSpPr>
          <p:grpSpPr>
            <a:xfrm>
              <a:off x="312900" y="2793625"/>
              <a:ext cx="1851000" cy="1481050"/>
              <a:chOff x="461225" y="3249175"/>
              <a:chExt cx="1851000" cy="1481050"/>
            </a:xfrm>
          </p:grpSpPr>
          <p:grpSp>
            <p:nvGrpSpPr>
              <p:cNvPr id="157" name="Google Shape;157;p17"/>
              <p:cNvGrpSpPr/>
              <p:nvPr/>
            </p:nvGrpSpPr>
            <p:grpSpPr>
              <a:xfrm>
                <a:off x="461225" y="3249175"/>
                <a:ext cx="1851000" cy="370200"/>
                <a:chOff x="461225" y="3249175"/>
                <a:chExt cx="1851000" cy="370200"/>
              </a:xfrm>
            </p:grpSpPr>
            <p:sp>
              <p:nvSpPr>
                <p:cNvPr id="158" name="Google Shape;158;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9" name="Google Shape;159;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0" name="Google Shape;160;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 name="Google Shape;161;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2" name="Google Shape;162;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3" name="Google Shape;163;p17"/>
              <p:cNvGrpSpPr/>
              <p:nvPr/>
            </p:nvGrpSpPr>
            <p:grpSpPr>
              <a:xfrm>
                <a:off x="461225" y="3619500"/>
                <a:ext cx="1851000" cy="370200"/>
                <a:chOff x="461225" y="3249175"/>
                <a:chExt cx="1851000" cy="370200"/>
              </a:xfrm>
            </p:grpSpPr>
            <p:sp>
              <p:nvSpPr>
                <p:cNvPr id="164" name="Google Shape;16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5" name="Google Shape;16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6" name="Google Shape;16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7" name="Google Shape;16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9" name="Google Shape;169;p17"/>
              <p:cNvGrpSpPr/>
              <p:nvPr/>
            </p:nvGrpSpPr>
            <p:grpSpPr>
              <a:xfrm>
                <a:off x="461225" y="3989700"/>
                <a:ext cx="1851000" cy="370200"/>
                <a:chOff x="461225" y="3249175"/>
                <a:chExt cx="1851000" cy="370200"/>
              </a:xfrm>
            </p:grpSpPr>
            <p:sp>
              <p:nvSpPr>
                <p:cNvPr id="170" name="Google Shape;170;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2" name="Google Shape;172;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3" name="Google Shape;173;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4" name="Google Shape;174;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75" name="Google Shape;175;p17"/>
              <p:cNvGrpSpPr/>
              <p:nvPr/>
            </p:nvGrpSpPr>
            <p:grpSpPr>
              <a:xfrm>
                <a:off x="461225" y="4360025"/>
                <a:ext cx="1851000" cy="370200"/>
                <a:chOff x="461225" y="3249175"/>
                <a:chExt cx="1851000" cy="370200"/>
              </a:xfrm>
            </p:grpSpPr>
            <p:sp>
              <p:nvSpPr>
                <p:cNvPr id="176" name="Google Shape;176;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7" name="Google Shape;177;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8" name="Google Shape;178;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9" name="Google Shape;179;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0" name="Google Shape;180;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81" name="Google Shape;181;p17"/>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2" name="Google Shape;182;p17"/>
          <p:cNvGrpSpPr/>
          <p:nvPr/>
        </p:nvGrpSpPr>
        <p:grpSpPr>
          <a:xfrm>
            <a:off x="7663200" y="-725"/>
            <a:ext cx="1480800" cy="1396025"/>
            <a:chOff x="461225" y="3334200"/>
            <a:chExt cx="1480800" cy="1396025"/>
          </a:xfrm>
        </p:grpSpPr>
        <p:grpSp>
          <p:nvGrpSpPr>
            <p:cNvPr id="183" name="Google Shape;183;p17"/>
            <p:cNvGrpSpPr/>
            <p:nvPr/>
          </p:nvGrpSpPr>
          <p:grpSpPr>
            <a:xfrm>
              <a:off x="461225" y="3334200"/>
              <a:ext cx="1480800" cy="285300"/>
              <a:chOff x="461225" y="3334200"/>
              <a:chExt cx="1480800" cy="285300"/>
            </a:xfrm>
          </p:grpSpPr>
          <p:sp>
            <p:nvSpPr>
              <p:cNvPr id="184" name="Google Shape;184;p17"/>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5" name="Google Shape;185;p17"/>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17"/>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17"/>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8" name="Google Shape;188;p17"/>
            <p:cNvGrpSpPr/>
            <p:nvPr/>
          </p:nvGrpSpPr>
          <p:grpSpPr>
            <a:xfrm>
              <a:off x="461225" y="3619500"/>
              <a:ext cx="1480800" cy="370200"/>
              <a:chOff x="461225" y="3249175"/>
              <a:chExt cx="1480800" cy="370200"/>
            </a:xfrm>
          </p:grpSpPr>
          <p:sp>
            <p:nvSpPr>
              <p:cNvPr id="189" name="Google Shape;18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0" name="Google Shape;19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1" name="Google Shape;19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2" name="Google Shape;19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3" name="Google Shape;193;p17"/>
            <p:cNvGrpSpPr/>
            <p:nvPr/>
          </p:nvGrpSpPr>
          <p:grpSpPr>
            <a:xfrm>
              <a:off x="461225" y="3989700"/>
              <a:ext cx="1480800" cy="370200"/>
              <a:chOff x="461225" y="3249175"/>
              <a:chExt cx="1480800" cy="370200"/>
            </a:xfrm>
          </p:grpSpPr>
          <p:sp>
            <p:nvSpPr>
              <p:cNvPr id="194" name="Google Shape;19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5" name="Google Shape;19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6" name="Google Shape;19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7" name="Google Shape;19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8" name="Google Shape;198;p17"/>
            <p:cNvGrpSpPr/>
            <p:nvPr/>
          </p:nvGrpSpPr>
          <p:grpSpPr>
            <a:xfrm>
              <a:off x="461225" y="4360025"/>
              <a:ext cx="1480800" cy="370200"/>
              <a:chOff x="461225" y="3249175"/>
              <a:chExt cx="1480800" cy="370200"/>
            </a:xfrm>
          </p:grpSpPr>
          <p:sp>
            <p:nvSpPr>
              <p:cNvPr id="199" name="Google Shape;19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2" name="Google Shape;20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203" name="Google Shape;203;p17"/>
          <p:cNvGrpSpPr/>
          <p:nvPr/>
        </p:nvGrpSpPr>
        <p:grpSpPr>
          <a:xfrm>
            <a:off x="1843925" y="-725"/>
            <a:ext cx="7300075" cy="5144088"/>
            <a:chOff x="1870575" y="-635"/>
            <a:chExt cx="7300075" cy="5174097"/>
          </a:xfrm>
        </p:grpSpPr>
        <p:sp>
          <p:nvSpPr>
            <p:cNvPr id="204" name="Google Shape;204;p17"/>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205" name="Google Shape;205;p17"/>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206" name="Google Shape;206;p17"/>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207" name="Google Shape;207;p1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08" name="Google Shape;208;p17"/>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209" name="Google Shape;209;p17"/>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10" name="Google Shape;210;p17"/>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211" name="Shape 211"/>
        <p:cNvGrpSpPr/>
        <p:nvPr/>
      </p:nvGrpSpPr>
      <p:grpSpPr>
        <a:xfrm>
          <a:off x="0" y="0"/>
          <a:ext cx="0" cy="0"/>
          <a:chOff x="0" y="0"/>
          <a:chExt cx="0" cy="0"/>
        </a:xfrm>
      </p:grpSpPr>
      <p:sp>
        <p:nvSpPr>
          <p:cNvPr id="212" name="Google Shape;212;p18"/>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3" name="Google Shape;213;p18"/>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4" name="Google Shape;214;p18"/>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5" name="Google Shape;215;p18"/>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6" name="Google Shape;216;p18"/>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217" name="Google Shape;217;p18"/>
          <p:cNvSpPr/>
          <p:nvPr>
            <p:ph idx="2" type="pic"/>
          </p:nvPr>
        </p:nvSpPr>
        <p:spPr>
          <a:xfrm>
            <a:off x="225300" y="3132125"/>
            <a:ext cx="1849800" cy="1770300"/>
          </a:xfrm>
          <a:prstGeom prst="rect">
            <a:avLst/>
          </a:prstGeom>
          <a:noFill/>
          <a:ln>
            <a:noFill/>
          </a:ln>
        </p:spPr>
      </p:sp>
      <p:sp>
        <p:nvSpPr>
          <p:cNvPr id="218" name="Google Shape;218;p18"/>
          <p:cNvSpPr/>
          <p:nvPr>
            <p:ph idx="3" type="pic"/>
          </p:nvPr>
        </p:nvSpPr>
        <p:spPr>
          <a:xfrm>
            <a:off x="5262525" y="228600"/>
            <a:ext cx="1865100" cy="1790100"/>
          </a:xfrm>
          <a:prstGeom prst="rect">
            <a:avLst/>
          </a:prstGeom>
          <a:noFill/>
          <a:ln>
            <a:noFill/>
          </a:ln>
        </p:spPr>
      </p:sp>
      <p:sp>
        <p:nvSpPr>
          <p:cNvPr id="219" name="Google Shape;219;p18"/>
          <p:cNvSpPr/>
          <p:nvPr>
            <p:ph idx="4" type="pic"/>
          </p:nvPr>
        </p:nvSpPr>
        <p:spPr>
          <a:xfrm>
            <a:off x="7281675" y="228600"/>
            <a:ext cx="1849800" cy="1790100"/>
          </a:xfrm>
          <a:prstGeom prst="rect">
            <a:avLst/>
          </a:prstGeom>
          <a:noFill/>
          <a:ln>
            <a:noFill/>
          </a:ln>
        </p:spPr>
      </p:sp>
      <p:sp>
        <p:nvSpPr>
          <p:cNvPr id="220" name="Google Shape;220;p18"/>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1" name="Google Shape;221;p18"/>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2" name="Google Shape;222;p18"/>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223" name="Google Shape;223;p18"/>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224" name="Google Shape;224;p18"/>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225" name="Google Shape;225;p18"/>
          <p:cNvGrpSpPr/>
          <p:nvPr/>
        </p:nvGrpSpPr>
        <p:grpSpPr>
          <a:xfrm>
            <a:off x="4308382" y="2704009"/>
            <a:ext cx="4833127" cy="2437045"/>
            <a:chOff x="4308382" y="2704009"/>
            <a:chExt cx="4833127" cy="2437045"/>
          </a:xfrm>
        </p:grpSpPr>
        <p:sp>
          <p:nvSpPr>
            <p:cNvPr id="226" name="Google Shape;226;p18"/>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7" name="Google Shape;227;p18"/>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8" name="Google Shape;228;p18"/>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229" name="Shape 229"/>
        <p:cNvGrpSpPr/>
        <p:nvPr/>
      </p:nvGrpSpPr>
      <p:grpSpPr>
        <a:xfrm>
          <a:off x="0" y="0"/>
          <a:ext cx="0" cy="0"/>
          <a:chOff x="0" y="0"/>
          <a:chExt cx="0" cy="0"/>
        </a:xfrm>
      </p:grpSpPr>
      <p:sp>
        <p:nvSpPr>
          <p:cNvPr id="230" name="Google Shape;230;p19"/>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9"/>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9"/>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33" name="Google Shape;233;p19"/>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34" name="Google Shape;234;p19"/>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235" name="Google Shape;235;p19"/>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36" name="Google Shape;236;p19"/>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237" name="Shape 237"/>
        <p:cNvGrpSpPr/>
        <p:nvPr/>
      </p:nvGrpSpPr>
      <p:grpSpPr>
        <a:xfrm>
          <a:off x="0" y="0"/>
          <a:ext cx="0" cy="0"/>
          <a:chOff x="0" y="0"/>
          <a:chExt cx="0" cy="0"/>
        </a:xfrm>
      </p:grpSpPr>
      <p:sp>
        <p:nvSpPr>
          <p:cNvPr id="238" name="Google Shape;238;p20"/>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239" name="Google Shape;239;p20"/>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240" name="Google Shape;240;p20"/>
          <p:cNvGrpSpPr/>
          <p:nvPr/>
        </p:nvGrpSpPr>
        <p:grpSpPr>
          <a:xfrm>
            <a:off x="25" y="4625"/>
            <a:ext cx="2329791" cy="795413"/>
            <a:chOff x="21" y="-511"/>
            <a:chExt cx="2329791" cy="800617"/>
          </a:xfrm>
        </p:grpSpPr>
        <p:grpSp>
          <p:nvGrpSpPr>
            <p:cNvPr id="241" name="Google Shape;241;p20"/>
            <p:cNvGrpSpPr/>
            <p:nvPr/>
          </p:nvGrpSpPr>
          <p:grpSpPr>
            <a:xfrm flipH="1" rot="10800000">
              <a:off x="25" y="392516"/>
              <a:ext cx="1927788" cy="407590"/>
              <a:chOff x="537425" y="3249175"/>
              <a:chExt cx="1774800" cy="370200"/>
            </a:xfrm>
          </p:grpSpPr>
          <p:sp>
            <p:nvSpPr>
              <p:cNvPr id="242" name="Google Shape;242;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3" name="Google Shape;243;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4" name="Google Shape;244;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5" name="Google Shape;245;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6" name="Google Shape;246;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47" name="Google Shape;247;p20"/>
            <p:cNvGrpSpPr/>
            <p:nvPr/>
          </p:nvGrpSpPr>
          <p:grpSpPr>
            <a:xfrm flipH="1" rot="10800000">
              <a:off x="21" y="-511"/>
              <a:ext cx="1927788" cy="393115"/>
              <a:chOff x="537425" y="3249175"/>
              <a:chExt cx="1774800" cy="370200"/>
            </a:xfrm>
          </p:grpSpPr>
          <p:sp>
            <p:nvSpPr>
              <p:cNvPr id="248" name="Google Shape;248;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9" name="Google Shape;249;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0" name="Google Shape;250;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1" name="Google Shape;251;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2" name="Google Shape;252;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3" name="Google Shape;253;p20"/>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4" name="Google Shape;254;p20"/>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55" name="Google Shape;255;p20"/>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6" name="Google Shape;256;p20"/>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7" name="Google Shape;257;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58" name="Google Shape;258;p20"/>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59" name="Google Shape;259;p2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60" name="Shape 260"/>
        <p:cNvGrpSpPr/>
        <p:nvPr/>
      </p:nvGrpSpPr>
      <p:grpSpPr>
        <a:xfrm>
          <a:off x="0" y="0"/>
          <a:ext cx="0" cy="0"/>
          <a:chOff x="0" y="0"/>
          <a:chExt cx="0" cy="0"/>
        </a:xfrm>
      </p:grpSpPr>
      <p:sp>
        <p:nvSpPr>
          <p:cNvPr id="261" name="Google Shape;261;p21"/>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2" name="Google Shape;262;p21"/>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3" name="Google Shape;263;p21"/>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64" name="Google Shape;264;p21"/>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65" name="Google Shape;265;p21"/>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66" name="Shape 266"/>
        <p:cNvGrpSpPr/>
        <p:nvPr/>
      </p:nvGrpSpPr>
      <p:grpSpPr>
        <a:xfrm>
          <a:off x="0" y="0"/>
          <a:ext cx="0" cy="0"/>
          <a:chOff x="0" y="0"/>
          <a:chExt cx="0" cy="0"/>
        </a:xfrm>
      </p:grpSpPr>
      <p:grpSp>
        <p:nvGrpSpPr>
          <p:cNvPr id="267" name="Google Shape;267;p22"/>
          <p:cNvGrpSpPr/>
          <p:nvPr/>
        </p:nvGrpSpPr>
        <p:grpSpPr>
          <a:xfrm flipH="1">
            <a:off x="3212200" y="0"/>
            <a:ext cx="1851000" cy="1225325"/>
            <a:chOff x="461225" y="3875100"/>
            <a:chExt cx="1851000" cy="1225325"/>
          </a:xfrm>
        </p:grpSpPr>
        <p:grpSp>
          <p:nvGrpSpPr>
            <p:cNvPr id="268" name="Google Shape;268;p22"/>
            <p:cNvGrpSpPr/>
            <p:nvPr/>
          </p:nvGrpSpPr>
          <p:grpSpPr>
            <a:xfrm>
              <a:off x="461225" y="3875100"/>
              <a:ext cx="1851000" cy="114600"/>
              <a:chOff x="461225" y="3504775"/>
              <a:chExt cx="1851000" cy="114600"/>
            </a:xfrm>
          </p:grpSpPr>
          <p:sp>
            <p:nvSpPr>
              <p:cNvPr id="269" name="Google Shape;269;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0" name="Google Shape;270;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1" name="Google Shape;271;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2" name="Google Shape;272;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3" name="Google Shape;273;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4" name="Google Shape;274;p22"/>
            <p:cNvGrpSpPr/>
            <p:nvPr/>
          </p:nvGrpSpPr>
          <p:grpSpPr>
            <a:xfrm>
              <a:off x="461225" y="3989700"/>
              <a:ext cx="1480800" cy="1110725"/>
              <a:chOff x="461225" y="3249175"/>
              <a:chExt cx="1480800" cy="1110725"/>
            </a:xfrm>
          </p:grpSpPr>
          <p:sp>
            <p:nvSpPr>
              <p:cNvPr id="275" name="Google Shape;275;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6" name="Google Shape;276;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7" name="Google Shape;277;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8" name="Google Shape;278;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9" name="Google Shape;279;p22"/>
            <p:cNvGrpSpPr/>
            <p:nvPr/>
          </p:nvGrpSpPr>
          <p:grpSpPr>
            <a:xfrm>
              <a:off x="831425" y="4360025"/>
              <a:ext cx="1480800" cy="370200"/>
              <a:chOff x="831425" y="3249175"/>
              <a:chExt cx="1480800" cy="370200"/>
            </a:xfrm>
          </p:grpSpPr>
          <p:sp>
            <p:nvSpPr>
              <p:cNvPr id="280" name="Google Shape;280;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1" name="Google Shape;281;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2" name="Google Shape;282;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3" name="Google Shape;283;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84" name="Google Shape;284;p2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22"/>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86" name="Google Shape;286;p22"/>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87" name="Shape 287"/>
        <p:cNvGrpSpPr/>
        <p:nvPr/>
      </p:nvGrpSpPr>
      <p:grpSpPr>
        <a:xfrm>
          <a:off x="0" y="0"/>
          <a:ext cx="0" cy="0"/>
          <a:chOff x="0" y="0"/>
          <a:chExt cx="0" cy="0"/>
        </a:xfrm>
      </p:grpSpPr>
      <p:sp>
        <p:nvSpPr>
          <p:cNvPr id="288" name="Google Shape;288;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9" name="Google Shape;289;p23"/>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90" name="Google Shape;290;p23"/>
          <p:cNvGrpSpPr/>
          <p:nvPr/>
        </p:nvGrpSpPr>
        <p:grpSpPr>
          <a:xfrm flipH="1" rot="10800000">
            <a:off x="6179902" y="24"/>
            <a:ext cx="2963226" cy="1495659"/>
            <a:chOff x="4306084" y="2701610"/>
            <a:chExt cx="4837921" cy="2441893"/>
          </a:xfrm>
        </p:grpSpPr>
        <p:sp>
          <p:nvSpPr>
            <p:cNvPr id="291" name="Google Shape;291;p23"/>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2" name="Google Shape;292;p23"/>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3" name="Google Shape;293;p23"/>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94" name="Google Shape;294;p23"/>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23"/>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23"/>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7" name="Google Shape;297;p23"/>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23"/>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23"/>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300" name="Google Shape;300;p23"/>
          <p:cNvGrpSpPr/>
          <p:nvPr/>
        </p:nvGrpSpPr>
        <p:grpSpPr>
          <a:xfrm>
            <a:off x="2674998" y="2923250"/>
            <a:ext cx="6470027" cy="2221724"/>
            <a:chOff x="2674998" y="2923250"/>
            <a:chExt cx="6470027" cy="2221724"/>
          </a:xfrm>
        </p:grpSpPr>
        <p:sp>
          <p:nvSpPr>
            <p:cNvPr id="301" name="Google Shape;301;p23"/>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302" name="Google Shape;302;p23"/>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303" name="Google Shape;303;p23"/>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304" name="Shape 304"/>
        <p:cNvGrpSpPr/>
        <p:nvPr/>
      </p:nvGrpSpPr>
      <p:grpSpPr>
        <a:xfrm>
          <a:off x="0" y="0"/>
          <a:ext cx="0" cy="0"/>
          <a:chOff x="0" y="0"/>
          <a:chExt cx="0" cy="0"/>
        </a:xfrm>
      </p:grpSpPr>
      <p:sp>
        <p:nvSpPr>
          <p:cNvPr id="305" name="Google Shape;305;p24"/>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06" name="Google Shape;306;p24"/>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307" name="Google Shape;307;p24"/>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308" name="Google Shape;308;p24"/>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309" name="Google Shape;309;p24"/>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24"/>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1" name="Google Shape;311;p24"/>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2" name="Google Shape;312;p24"/>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3" name="Google Shape;313;p24"/>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4" name="Google Shape;314;p24"/>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5" name="Google Shape;315;p24"/>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24"/>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24"/>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18" name="Google Shape;318;p24"/>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319" name="Google Shape;319;p24"/>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20" name="Google Shape;320;p24"/>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321" name="Shape 321"/>
        <p:cNvGrpSpPr/>
        <p:nvPr/>
      </p:nvGrpSpPr>
      <p:grpSpPr>
        <a:xfrm>
          <a:off x="0" y="0"/>
          <a:ext cx="0" cy="0"/>
          <a:chOff x="0" y="0"/>
          <a:chExt cx="0" cy="0"/>
        </a:xfrm>
      </p:grpSpPr>
      <p:sp>
        <p:nvSpPr>
          <p:cNvPr id="322" name="Google Shape;322;p25"/>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23" name="Google Shape;323;p25"/>
          <p:cNvGrpSpPr/>
          <p:nvPr/>
        </p:nvGrpSpPr>
        <p:grpSpPr>
          <a:xfrm rot="-5400000">
            <a:off x="4030013" y="41713"/>
            <a:ext cx="1026300" cy="9201675"/>
            <a:chOff x="670045" y="-5692564"/>
            <a:chExt cx="1026300" cy="9201675"/>
          </a:xfrm>
        </p:grpSpPr>
        <p:sp>
          <p:nvSpPr>
            <p:cNvPr id="324" name="Google Shape;324;p25"/>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325" name="Google Shape;325;p25"/>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326" name="Google Shape;326;p25"/>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327" name="Google Shape;327;p25"/>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8" name="Google Shape;328;p25"/>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9" name="Google Shape;329;p25"/>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30" name="Google Shape;330;p25"/>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331" name="Google Shape;331;p25"/>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332" name="Google Shape;332;p25"/>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333" name="Shape 333"/>
        <p:cNvGrpSpPr/>
        <p:nvPr/>
      </p:nvGrpSpPr>
      <p:grpSpPr>
        <a:xfrm>
          <a:off x="0" y="0"/>
          <a:ext cx="0" cy="0"/>
          <a:chOff x="0" y="0"/>
          <a:chExt cx="0" cy="0"/>
        </a:xfrm>
      </p:grpSpPr>
      <p:sp>
        <p:nvSpPr>
          <p:cNvPr id="334" name="Google Shape;334;p26"/>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5" name="Google Shape;335;p26"/>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36" name="Google Shape;336;p26"/>
          <p:cNvGrpSpPr/>
          <p:nvPr/>
        </p:nvGrpSpPr>
        <p:grpSpPr>
          <a:xfrm rot="10800000">
            <a:off x="9" y="0"/>
            <a:ext cx="1889320" cy="1499480"/>
            <a:chOff x="461225" y="3249175"/>
            <a:chExt cx="1399496" cy="1110726"/>
          </a:xfrm>
        </p:grpSpPr>
        <p:grpSp>
          <p:nvGrpSpPr>
            <p:cNvPr id="337" name="Google Shape;337;p26"/>
            <p:cNvGrpSpPr/>
            <p:nvPr/>
          </p:nvGrpSpPr>
          <p:grpSpPr>
            <a:xfrm>
              <a:off x="461225" y="3249175"/>
              <a:ext cx="1399496" cy="370204"/>
              <a:chOff x="461225" y="3249175"/>
              <a:chExt cx="1399496" cy="370204"/>
            </a:xfrm>
          </p:grpSpPr>
          <p:sp>
            <p:nvSpPr>
              <p:cNvPr id="338" name="Google Shape;33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9" name="Google Shape;33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0" name="Google Shape;34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1" name="Google Shape;341;p26"/>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2" name="Google Shape;342;p26"/>
            <p:cNvGrpSpPr/>
            <p:nvPr/>
          </p:nvGrpSpPr>
          <p:grpSpPr>
            <a:xfrm>
              <a:off x="461225" y="3619500"/>
              <a:ext cx="1399496" cy="370202"/>
              <a:chOff x="461225" y="3249175"/>
              <a:chExt cx="1399496" cy="370202"/>
            </a:xfrm>
          </p:grpSpPr>
          <p:sp>
            <p:nvSpPr>
              <p:cNvPr id="343" name="Google Shape;343;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4" name="Google Shape;344;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5" name="Google Shape;345;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6" name="Google Shape;346;p26"/>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7" name="Google Shape;347;p26"/>
            <p:cNvGrpSpPr/>
            <p:nvPr/>
          </p:nvGrpSpPr>
          <p:grpSpPr>
            <a:xfrm>
              <a:off x="461225" y="3989700"/>
              <a:ext cx="1399496" cy="370201"/>
              <a:chOff x="461225" y="3249175"/>
              <a:chExt cx="1399496" cy="370201"/>
            </a:xfrm>
          </p:grpSpPr>
          <p:sp>
            <p:nvSpPr>
              <p:cNvPr id="348" name="Google Shape;34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9" name="Google Shape;34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26"/>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52" name="Google Shape;352;p26"/>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53" name="Google Shape;353;p26"/>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54" name="Google Shape;354;p26"/>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55" name="Google Shape;355;p26"/>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56" name="Google Shape;356;p26"/>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57" name="Google Shape;357;p2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58" name="Shape 358"/>
        <p:cNvGrpSpPr/>
        <p:nvPr/>
      </p:nvGrpSpPr>
      <p:grpSpPr>
        <a:xfrm>
          <a:off x="0" y="0"/>
          <a:ext cx="0" cy="0"/>
          <a:chOff x="0" y="0"/>
          <a:chExt cx="0" cy="0"/>
        </a:xfrm>
      </p:grpSpPr>
      <p:sp>
        <p:nvSpPr>
          <p:cNvPr id="359" name="Google Shape;359;p27"/>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0" name="Google Shape;360;p2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61" name="Google Shape;361;p27"/>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62" name="Google Shape;362;p2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63" name="Shape 363"/>
        <p:cNvGrpSpPr/>
        <p:nvPr/>
      </p:nvGrpSpPr>
      <p:grpSpPr>
        <a:xfrm>
          <a:off x="0" y="0"/>
          <a:ext cx="0" cy="0"/>
          <a:chOff x="0" y="0"/>
          <a:chExt cx="0" cy="0"/>
        </a:xfrm>
      </p:grpSpPr>
      <p:sp>
        <p:nvSpPr>
          <p:cNvPr id="364" name="Google Shape;364;p28"/>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5" name="Google Shape;365;p28"/>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66" name="Google Shape;366;p28"/>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7" name="Google Shape;367;p28"/>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8" name="Google Shape;368;p28"/>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9" name="Google Shape;369;p28"/>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0" name="Google Shape;370;p28"/>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1" name="Google Shape;371;p28"/>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72" name="Google Shape;372;p28"/>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3" name="Google Shape;373;p28"/>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4" name="Google Shape;374;p28"/>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5" name="Google Shape;375;p28"/>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76" name="Google Shape;376;p28"/>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7" name="Google Shape;377;p28"/>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8" name="Google Shape;378;p28"/>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9" name="Google Shape;379;p28"/>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0" name="Google Shape;380;p28"/>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1" name="Google Shape;381;p28"/>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2" name="Google Shape;382;p28"/>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3" name="Google Shape;383;p28"/>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84" name="Google Shape;384;p28"/>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85" name="Shape 385"/>
        <p:cNvGrpSpPr/>
        <p:nvPr/>
      </p:nvGrpSpPr>
      <p:grpSpPr>
        <a:xfrm>
          <a:off x="0" y="0"/>
          <a:ext cx="0" cy="0"/>
          <a:chOff x="0" y="0"/>
          <a:chExt cx="0" cy="0"/>
        </a:xfrm>
      </p:grpSpPr>
      <p:sp>
        <p:nvSpPr>
          <p:cNvPr id="386" name="Google Shape;386;p29"/>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87" name="Google Shape;387;p29"/>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8" name="Google Shape;388;p29"/>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9" name="Google Shape;389;p29"/>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90" name="Google Shape;390;p29"/>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91" name="Google Shape;391;p29"/>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2" name="Google Shape;392;p29"/>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3" name="Google Shape;393;p29"/>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4" name="Google Shape;394;p29"/>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5" name="Google Shape;395;p29"/>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6" name="Google Shape;396;p29"/>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7" name="Google Shape;397;p29"/>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98" name="Google Shape;398;p29"/>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99" name="Google Shape;399;p29"/>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0" name="Google Shape;400;p29"/>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1" name="Google Shape;401;p29"/>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2" name="Google Shape;402;p29"/>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3" name="Google Shape;403;p29"/>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4" name="Google Shape;404;p29"/>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5" name="Google Shape;405;p29"/>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6" name="Google Shape;406;p29"/>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407" name="Shape 407"/>
        <p:cNvGrpSpPr/>
        <p:nvPr/>
      </p:nvGrpSpPr>
      <p:grpSpPr>
        <a:xfrm>
          <a:off x="0" y="0"/>
          <a:ext cx="0" cy="0"/>
          <a:chOff x="0" y="0"/>
          <a:chExt cx="0" cy="0"/>
        </a:xfrm>
      </p:grpSpPr>
      <p:sp>
        <p:nvSpPr>
          <p:cNvPr id="408" name="Google Shape;408;p30"/>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09" name="Google Shape;409;p30"/>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10" name="Google Shape;410;p30"/>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411" name="Google Shape;411;p30"/>
          <p:cNvGrpSpPr/>
          <p:nvPr/>
        </p:nvGrpSpPr>
        <p:grpSpPr>
          <a:xfrm flipH="1">
            <a:off x="7293000" y="0"/>
            <a:ext cx="1851000" cy="1225325"/>
            <a:chOff x="461225" y="3875100"/>
            <a:chExt cx="1851000" cy="1225325"/>
          </a:xfrm>
        </p:grpSpPr>
        <p:grpSp>
          <p:nvGrpSpPr>
            <p:cNvPr id="412" name="Google Shape;412;p30"/>
            <p:cNvGrpSpPr/>
            <p:nvPr/>
          </p:nvGrpSpPr>
          <p:grpSpPr>
            <a:xfrm>
              <a:off x="461225" y="3875100"/>
              <a:ext cx="1851000" cy="114600"/>
              <a:chOff x="461225" y="3504775"/>
              <a:chExt cx="1851000" cy="114600"/>
            </a:xfrm>
          </p:grpSpPr>
          <p:sp>
            <p:nvSpPr>
              <p:cNvPr id="413" name="Google Shape;413;p30"/>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4" name="Google Shape;414;p30"/>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5" name="Google Shape;415;p30"/>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6" name="Google Shape;416;p30"/>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7" name="Google Shape;417;p30"/>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18" name="Google Shape;418;p30"/>
            <p:cNvGrpSpPr/>
            <p:nvPr/>
          </p:nvGrpSpPr>
          <p:grpSpPr>
            <a:xfrm>
              <a:off x="461225" y="3989700"/>
              <a:ext cx="1480800" cy="1110725"/>
              <a:chOff x="461225" y="3249175"/>
              <a:chExt cx="1480800" cy="1110725"/>
            </a:xfrm>
          </p:grpSpPr>
          <p:sp>
            <p:nvSpPr>
              <p:cNvPr id="419" name="Google Shape;419;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0" name="Google Shape;420;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1" name="Google Shape;421;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2" name="Google Shape;422;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23" name="Google Shape;423;p30"/>
            <p:cNvGrpSpPr/>
            <p:nvPr/>
          </p:nvGrpSpPr>
          <p:grpSpPr>
            <a:xfrm>
              <a:off x="831425" y="4360025"/>
              <a:ext cx="1480800" cy="370200"/>
              <a:chOff x="831425" y="3249175"/>
              <a:chExt cx="1480800" cy="370200"/>
            </a:xfrm>
          </p:grpSpPr>
          <p:sp>
            <p:nvSpPr>
              <p:cNvPr id="424" name="Google Shape;424;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5" name="Google Shape;425;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6" name="Google Shape;426;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7" name="Google Shape;427;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28" name="Google Shape;428;p30"/>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29" name="Google Shape;429;p30"/>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30" name="Google Shape;430;p30"/>
          <p:cNvSpPr/>
          <p:nvPr>
            <p:ph idx="3" type="pic"/>
          </p:nvPr>
        </p:nvSpPr>
        <p:spPr>
          <a:xfrm>
            <a:off x="227225" y="1832375"/>
            <a:ext cx="821100" cy="785400"/>
          </a:xfrm>
          <a:prstGeom prst="rect">
            <a:avLst/>
          </a:prstGeom>
          <a:noFill/>
          <a:ln>
            <a:noFill/>
          </a:ln>
        </p:spPr>
      </p:sp>
      <p:sp>
        <p:nvSpPr>
          <p:cNvPr id="431" name="Google Shape;431;p30"/>
          <p:cNvSpPr/>
          <p:nvPr>
            <p:ph idx="4" type="pic"/>
          </p:nvPr>
        </p:nvSpPr>
        <p:spPr>
          <a:xfrm>
            <a:off x="227225" y="2672425"/>
            <a:ext cx="821100" cy="785400"/>
          </a:xfrm>
          <a:prstGeom prst="rect">
            <a:avLst/>
          </a:prstGeom>
          <a:noFill/>
          <a:ln>
            <a:noFill/>
          </a:ln>
        </p:spPr>
      </p:sp>
      <p:sp>
        <p:nvSpPr>
          <p:cNvPr id="432" name="Google Shape;432;p30"/>
          <p:cNvSpPr/>
          <p:nvPr>
            <p:ph idx="5" type="pic"/>
          </p:nvPr>
        </p:nvSpPr>
        <p:spPr>
          <a:xfrm>
            <a:off x="227225" y="3512475"/>
            <a:ext cx="821100" cy="785400"/>
          </a:xfrm>
          <a:prstGeom prst="rect">
            <a:avLst/>
          </a:prstGeom>
          <a:noFill/>
          <a:ln>
            <a:noFill/>
          </a:ln>
        </p:spPr>
      </p:sp>
      <p:sp>
        <p:nvSpPr>
          <p:cNvPr id="433" name="Google Shape;433;p30"/>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4" name="Google Shape;434;p30"/>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5" name="Google Shape;435;p30"/>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6" name="Google Shape;436;p30"/>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437" name="Google Shape;437;p30"/>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8" name="Google Shape;438;p30"/>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9" name="Google Shape;439;p30"/>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40" name="Google Shape;440;p30"/>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441" name="Google Shape;441;p30"/>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442" name="Shape 442"/>
        <p:cNvGrpSpPr/>
        <p:nvPr/>
      </p:nvGrpSpPr>
      <p:grpSpPr>
        <a:xfrm>
          <a:off x="0" y="0"/>
          <a:ext cx="0" cy="0"/>
          <a:chOff x="0" y="0"/>
          <a:chExt cx="0" cy="0"/>
        </a:xfrm>
      </p:grpSpPr>
      <p:sp>
        <p:nvSpPr>
          <p:cNvPr id="443" name="Google Shape;443;p31"/>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4" name="Google Shape;444;p31"/>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5" name="Google Shape;445;p31"/>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6" name="Google Shape;446;p31"/>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7" name="Google Shape;447;p31"/>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8" name="Google Shape;448;p31"/>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9" name="Google Shape;449;p31"/>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0" name="Google Shape;450;p31"/>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1" name="Google Shape;451;p31"/>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2" name="Google Shape;452;p31"/>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3" name="Google Shape;453;p31"/>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4" name="Google Shape;454;p31"/>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5" name="Google Shape;455;p31"/>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6" name="Google Shape;456;p31"/>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7" name="Google Shape;457;p31"/>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8" name="Google Shape;458;p31"/>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59" name="Google Shape;459;p31"/>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60" name="Google Shape;460;p31"/>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61" name="Shape 461"/>
        <p:cNvGrpSpPr/>
        <p:nvPr/>
      </p:nvGrpSpPr>
      <p:grpSpPr>
        <a:xfrm>
          <a:off x="0" y="0"/>
          <a:ext cx="0" cy="0"/>
          <a:chOff x="0" y="0"/>
          <a:chExt cx="0" cy="0"/>
        </a:xfrm>
      </p:grpSpPr>
      <p:sp>
        <p:nvSpPr>
          <p:cNvPr id="462" name="Google Shape;462;p32"/>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63" name="Google Shape;463;p32"/>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64" name="Google Shape;464;p32"/>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65" name="Google Shape;465;p32"/>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66" name="Google Shape;466;p32"/>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7" name="Google Shape;467;p32"/>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8" name="Google Shape;468;p32"/>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9" name="Google Shape;469;p32"/>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0" name="Google Shape;470;p32"/>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1" name="Google Shape;471;p32"/>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2" name="Google Shape;472;p32"/>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3" name="Google Shape;473;p32"/>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4" name="Google Shape;474;p32"/>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75" name="Google Shape;475;p32"/>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6" name="Google Shape;476;p32"/>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77" name="Shape 477"/>
        <p:cNvGrpSpPr/>
        <p:nvPr/>
      </p:nvGrpSpPr>
      <p:grpSpPr>
        <a:xfrm>
          <a:off x="0" y="0"/>
          <a:ext cx="0" cy="0"/>
          <a:chOff x="0" y="0"/>
          <a:chExt cx="0" cy="0"/>
        </a:xfrm>
      </p:grpSpPr>
      <p:grpSp>
        <p:nvGrpSpPr>
          <p:cNvPr id="478" name="Google Shape;478;p33"/>
          <p:cNvGrpSpPr/>
          <p:nvPr/>
        </p:nvGrpSpPr>
        <p:grpSpPr>
          <a:xfrm flipH="1">
            <a:off x="3199575" y="156175"/>
            <a:ext cx="1851000" cy="1225325"/>
            <a:chOff x="461225" y="3875100"/>
            <a:chExt cx="1851000" cy="1225325"/>
          </a:xfrm>
        </p:grpSpPr>
        <p:grpSp>
          <p:nvGrpSpPr>
            <p:cNvPr id="479" name="Google Shape;479;p33"/>
            <p:cNvGrpSpPr/>
            <p:nvPr/>
          </p:nvGrpSpPr>
          <p:grpSpPr>
            <a:xfrm>
              <a:off x="461225" y="3875100"/>
              <a:ext cx="1851000" cy="114600"/>
              <a:chOff x="461225" y="3504775"/>
              <a:chExt cx="1851000" cy="114600"/>
            </a:xfrm>
          </p:grpSpPr>
          <p:sp>
            <p:nvSpPr>
              <p:cNvPr id="480" name="Google Shape;480;p33"/>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1" name="Google Shape;481;p33"/>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2" name="Google Shape;482;p33"/>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3" name="Google Shape;483;p33"/>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4" name="Google Shape;484;p33"/>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85" name="Google Shape;485;p33"/>
            <p:cNvGrpSpPr/>
            <p:nvPr/>
          </p:nvGrpSpPr>
          <p:grpSpPr>
            <a:xfrm>
              <a:off x="461225" y="3989700"/>
              <a:ext cx="1480800" cy="1110725"/>
              <a:chOff x="461225" y="3249175"/>
              <a:chExt cx="1480800" cy="1110725"/>
            </a:xfrm>
          </p:grpSpPr>
          <p:sp>
            <p:nvSpPr>
              <p:cNvPr id="486" name="Google Shape;486;p3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7" name="Google Shape;487;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8" name="Google Shape;488;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9" name="Google Shape;489;p33"/>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90" name="Google Shape;490;p33"/>
            <p:cNvGrpSpPr/>
            <p:nvPr/>
          </p:nvGrpSpPr>
          <p:grpSpPr>
            <a:xfrm>
              <a:off x="831425" y="4360025"/>
              <a:ext cx="1480800" cy="370200"/>
              <a:chOff x="831425" y="3249175"/>
              <a:chExt cx="1480800" cy="370200"/>
            </a:xfrm>
          </p:grpSpPr>
          <p:sp>
            <p:nvSpPr>
              <p:cNvPr id="491" name="Google Shape;491;p3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2" name="Google Shape;492;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3" name="Google Shape;493;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4" name="Google Shape;494;p3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95" name="Google Shape;495;p3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6" name="Google Shape;496;p33"/>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97" name="Google Shape;497;p33"/>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98" name="Google Shape;498;p33"/>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9" name="Google Shape;499;p33"/>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00" name="Google Shape;500;p33"/>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501" name="Google Shape;501;p3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502" name="Shape 502"/>
        <p:cNvGrpSpPr/>
        <p:nvPr/>
      </p:nvGrpSpPr>
      <p:grpSpPr>
        <a:xfrm>
          <a:off x="0" y="0"/>
          <a:ext cx="0" cy="0"/>
          <a:chOff x="0" y="0"/>
          <a:chExt cx="0" cy="0"/>
        </a:xfrm>
      </p:grpSpPr>
      <p:grpSp>
        <p:nvGrpSpPr>
          <p:cNvPr id="503" name="Google Shape;503;p34"/>
          <p:cNvGrpSpPr/>
          <p:nvPr/>
        </p:nvGrpSpPr>
        <p:grpSpPr>
          <a:xfrm flipH="1">
            <a:off x="3199575" y="156175"/>
            <a:ext cx="1851000" cy="1225325"/>
            <a:chOff x="461225" y="3875100"/>
            <a:chExt cx="1851000" cy="1225325"/>
          </a:xfrm>
        </p:grpSpPr>
        <p:grpSp>
          <p:nvGrpSpPr>
            <p:cNvPr id="504" name="Google Shape;504;p34"/>
            <p:cNvGrpSpPr/>
            <p:nvPr/>
          </p:nvGrpSpPr>
          <p:grpSpPr>
            <a:xfrm>
              <a:off x="461225" y="3875100"/>
              <a:ext cx="1851000" cy="114600"/>
              <a:chOff x="461225" y="3504775"/>
              <a:chExt cx="1851000" cy="114600"/>
            </a:xfrm>
          </p:grpSpPr>
          <p:sp>
            <p:nvSpPr>
              <p:cNvPr id="505" name="Google Shape;505;p34"/>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34"/>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34"/>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34"/>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9" name="Google Shape;509;p34"/>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0" name="Google Shape;510;p34"/>
            <p:cNvGrpSpPr/>
            <p:nvPr/>
          </p:nvGrpSpPr>
          <p:grpSpPr>
            <a:xfrm>
              <a:off x="461225" y="3989700"/>
              <a:ext cx="1480800" cy="1110725"/>
              <a:chOff x="461225" y="3249175"/>
              <a:chExt cx="1480800" cy="1110725"/>
            </a:xfrm>
          </p:grpSpPr>
          <p:sp>
            <p:nvSpPr>
              <p:cNvPr id="511" name="Google Shape;511;p3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34"/>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34"/>
            <p:cNvGrpSpPr/>
            <p:nvPr/>
          </p:nvGrpSpPr>
          <p:grpSpPr>
            <a:xfrm>
              <a:off x="831425" y="4360025"/>
              <a:ext cx="1480800" cy="370200"/>
              <a:chOff x="831425" y="3249175"/>
              <a:chExt cx="1480800" cy="370200"/>
            </a:xfrm>
          </p:grpSpPr>
          <p:sp>
            <p:nvSpPr>
              <p:cNvPr id="516" name="Google Shape;516;p3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3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34"/>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1" name="Google Shape;521;p34"/>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2" name="Google Shape;522;p34"/>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23" name="Google Shape;523;p34"/>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524" name="Google Shape;524;p34"/>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5" name="Google Shape;525;p34"/>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6" name="Google Shape;526;p34"/>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527" name="Google Shape;527;p34"/>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28" name="Google Shape;528;p34"/>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29" name="Google Shape;529;p34"/>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0" name="Google Shape;530;p34"/>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1" name="Google Shape;531;p34"/>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2" name="Google Shape;532;p34"/>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3" name="Google Shape;533;p34"/>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4" name="Google Shape;534;p3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35" name="Google Shape;535;p34"/>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6" name="Google Shape;536;p34"/>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7" name="Google Shape;537;p34"/>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38" name="Google Shape;538;p34"/>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539" name="Shape 539"/>
        <p:cNvGrpSpPr/>
        <p:nvPr/>
      </p:nvGrpSpPr>
      <p:grpSpPr>
        <a:xfrm>
          <a:off x="0" y="0"/>
          <a:ext cx="0" cy="0"/>
          <a:chOff x="0" y="0"/>
          <a:chExt cx="0" cy="0"/>
        </a:xfrm>
      </p:grpSpPr>
      <p:grpSp>
        <p:nvGrpSpPr>
          <p:cNvPr id="540" name="Google Shape;540;p35"/>
          <p:cNvGrpSpPr/>
          <p:nvPr/>
        </p:nvGrpSpPr>
        <p:grpSpPr>
          <a:xfrm>
            <a:off x="115026" y="364"/>
            <a:ext cx="5125634" cy="5143564"/>
            <a:chOff x="312900" y="2788524"/>
            <a:chExt cx="2221197" cy="1994480"/>
          </a:xfrm>
        </p:grpSpPr>
        <p:grpSp>
          <p:nvGrpSpPr>
            <p:cNvPr id="541" name="Google Shape;541;p35"/>
            <p:cNvGrpSpPr/>
            <p:nvPr/>
          </p:nvGrpSpPr>
          <p:grpSpPr>
            <a:xfrm>
              <a:off x="312900" y="2788524"/>
              <a:ext cx="1851000" cy="1994480"/>
              <a:chOff x="461225" y="3244074"/>
              <a:chExt cx="1851000" cy="1994480"/>
            </a:xfrm>
          </p:grpSpPr>
          <p:grpSp>
            <p:nvGrpSpPr>
              <p:cNvPr id="542" name="Google Shape;542;p35"/>
              <p:cNvGrpSpPr/>
              <p:nvPr/>
            </p:nvGrpSpPr>
            <p:grpSpPr>
              <a:xfrm>
                <a:off x="461229" y="3244074"/>
                <a:ext cx="1850992" cy="1994480"/>
                <a:chOff x="461229" y="3244074"/>
                <a:chExt cx="1850992" cy="1994480"/>
              </a:xfrm>
            </p:grpSpPr>
            <p:sp>
              <p:nvSpPr>
                <p:cNvPr id="543" name="Google Shape;543;p35"/>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35"/>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35"/>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35"/>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7" name="Google Shape;547;p35"/>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8" name="Google Shape;548;p35"/>
              <p:cNvGrpSpPr/>
              <p:nvPr/>
            </p:nvGrpSpPr>
            <p:grpSpPr>
              <a:xfrm>
                <a:off x="461225" y="3619500"/>
                <a:ext cx="1851000" cy="370200"/>
                <a:chOff x="461225" y="3249175"/>
                <a:chExt cx="1851000" cy="370200"/>
              </a:xfrm>
            </p:grpSpPr>
            <p:sp>
              <p:nvSpPr>
                <p:cNvPr id="549" name="Google Shape;54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1" name="Google Shape;55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2" name="Google Shape;55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3" name="Google Shape;55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54" name="Google Shape;554;p35"/>
              <p:cNvGrpSpPr/>
              <p:nvPr/>
            </p:nvGrpSpPr>
            <p:grpSpPr>
              <a:xfrm>
                <a:off x="461225" y="3989700"/>
                <a:ext cx="1851000" cy="1110726"/>
                <a:chOff x="461225" y="3249175"/>
                <a:chExt cx="1851000" cy="1110726"/>
              </a:xfrm>
            </p:grpSpPr>
            <p:sp>
              <p:nvSpPr>
                <p:cNvPr id="555" name="Google Shape;555;p35"/>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6" name="Google Shape;55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7" name="Google Shape;55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8" name="Google Shape;55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9" name="Google Shape;55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0" name="Google Shape;560;p35"/>
              <p:cNvGrpSpPr/>
              <p:nvPr/>
            </p:nvGrpSpPr>
            <p:grpSpPr>
              <a:xfrm>
                <a:off x="461225" y="4360025"/>
                <a:ext cx="1851000" cy="370200"/>
                <a:chOff x="461225" y="3249175"/>
                <a:chExt cx="1851000" cy="370200"/>
              </a:xfrm>
            </p:grpSpPr>
            <p:sp>
              <p:nvSpPr>
                <p:cNvPr id="561" name="Google Shape;56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2" name="Google Shape;56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3" name="Google Shape;563;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4" name="Google Shape;564;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65" name="Google Shape;565;p35"/>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6" name="Google Shape;566;p35"/>
          <p:cNvGrpSpPr/>
          <p:nvPr/>
        </p:nvGrpSpPr>
        <p:grpSpPr>
          <a:xfrm flipH="1" rot="5400000">
            <a:off x="7145338" y="3274875"/>
            <a:ext cx="2221200" cy="1481050"/>
            <a:chOff x="312900" y="2793625"/>
            <a:chExt cx="2221200" cy="1481050"/>
          </a:xfrm>
        </p:grpSpPr>
        <p:grpSp>
          <p:nvGrpSpPr>
            <p:cNvPr id="567" name="Google Shape;567;p35"/>
            <p:cNvGrpSpPr/>
            <p:nvPr/>
          </p:nvGrpSpPr>
          <p:grpSpPr>
            <a:xfrm>
              <a:off x="312900" y="2793625"/>
              <a:ext cx="1851000" cy="1481050"/>
              <a:chOff x="461225" y="3249175"/>
              <a:chExt cx="1851000" cy="1481050"/>
            </a:xfrm>
          </p:grpSpPr>
          <p:grpSp>
            <p:nvGrpSpPr>
              <p:cNvPr id="568" name="Google Shape;568;p35"/>
              <p:cNvGrpSpPr/>
              <p:nvPr/>
            </p:nvGrpSpPr>
            <p:grpSpPr>
              <a:xfrm>
                <a:off x="461225" y="3249175"/>
                <a:ext cx="1851000" cy="370200"/>
                <a:chOff x="461225" y="3249175"/>
                <a:chExt cx="1851000" cy="370200"/>
              </a:xfrm>
            </p:grpSpPr>
            <p:sp>
              <p:nvSpPr>
                <p:cNvPr id="569" name="Google Shape;56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0" name="Google Shape;57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1" name="Google Shape;57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2" name="Google Shape;57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3" name="Google Shape;57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74" name="Google Shape;574;p35"/>
              <p:cNvGrpSpPr/>
              <p:nvPr/>
            </p:nvGrpSpPr>
            <p:grpSpPr>
              <a:xfrm>
                <a:off x="461225" y="3619500"/>
                <a:ext cx="1851000" cy="370200"/>
                <a:chOff x="461225" y="3249175"/>
                <a:chExt cx="1851000" cy="370200"/>
              </a:xfrm>
            </p:grpSpPr>
            <p:sp>
              <p:nvSpPr>
                <p:cNvPr id="575" name="Google Shape;575;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6" name="Google Shape;57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7" name="Google Shape;57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8" name="Google Shape;57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9" name="Google Shape;57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0" name="Google Shape;580;p35"/>
              <p:cNvGrpSpPr/>
              <p:nvPr/>
            </p:nvGrpSpPr>
            <p:grpSpPr>
              <a:xfrm>
                <a:off x="461225" y="3989700"/>
                <a:ext cx="1851000" cy="370200"/>
                <a:chOff x="461225" y="3249175"/>
                <a:chExt cx="1851000" cy="370200"/>
              </a:xfrm>
            </p:grpSpPr>
            <p:sp>
              <p:nvSpPr>
                <p:cNvPr id="581" name="Google Shape;58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2" name="Google Shape;58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3" name="Google Shape;583;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4" name="Google Shape;584;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5" name="Google Shape;585;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6" name="Google Shape;586;p35"/>
              <p:cNvGrpSpPr/>
              <p:nvPr/>
            </p:nvGrpSpPr>
            <p:grpSpPr>
              <a:xfrm>
                <a:off x="461225" y="4360025"/>
                <a:ext cx="1851000" cy="370200"/>
                <a:chOff x="461225" y="3249175"/>
                <a:chExt cx="1851000" cy="370200"/>
              </a:xfrm>
            </p:grpSpPr>
            <p:sp>
              <p:nvSpPr>
                <p:cNvPr id="587" name="Google Shape;587;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8" name="Google Shape;588;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9" name="Google Shape;589;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0" name="Google Shape;590;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1" name="Google Shape;591;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92" name="Google Shape;592;p3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93" name="Google Shape;593;p35"/>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4" name="Google Shape;594;p35"/>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5" name="Google Shape;595;p35"/>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96" name="Google Shape;596;p35"/>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97" name="Google Shape;597;p3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8" name="Google Shape;598;p35"/>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9" name="Google Shape;599;p35"/>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0" name="Google Shape;600;p35"/>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1" name="Google Shape;601;p35"/>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2" name="Google Shape;602;p35"/>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3" name="Google Shape;603;p35"/>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4" name="Google Shape;604;p35"/>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5" name="Google Shape;605;p35"/>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6" name="Google Shape;606;p35"/>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7" name="Google Shape;607;p35"/>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8" name="Google Shape;608;p35"/>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9" name="Google Shape;609;p35"/>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610" name="Shape 610"/>
        <p:cNvGrpSpPr/>
        <p:nvPr/>
      </p:nvGrpSpPr>
      <p:grpSpPr>
        <a:xfrm>
          <a:off x="0" y="0"/>
          <a:ext cx="0" cy="0"/>
          <a:chOff x="0" y="0"/>
          <a:chExt cx="0" cy="0"/>
        </a:xfrm>
      </p:grpSpPr>
      <p:sp>
        <p:nvSpPr>
          <p:cNvPr id="611" name="Google Shape;611;p36"/>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2" name="Google Shape;612;p36"/>
          <p:cNvSpPr/>
          <p:nvPr>
            <p:ph idx="2" type="pic"/>
          </p:nvPr>
        </p:nvSpPr>
        <p:spPr>
          <a:xfrm>
            <a:off x="6702600" y="-16150"/>
            <a:ext cx="2441400" cy="2574600"/>
          </a:xfrm>
          <a:prstGeom prst="rect">
            <a:avLst/>
          </a:prstGeom>
          <a:noFill/>
          <a:ln>
            <a:noFill/>
          </a:ln>
        </p:spPr>
      </p:sp>
      <p:sp>
        <p:nvSpPr>
          <p:cNvPr id="613" name="Google Shape;613;p36"/>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614" name="Google Shape;614;p36"/>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15" name="Google Shape;615;p36"/>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6" name="Google Shape;616;p36"/>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7" name="Google Shape;617;p36"/>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8" name="Google Shape;618;p36"/>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619" name="Google Shape;619;p3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20" name="Google Shape;620;p36"/>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21" name="Google Shape;621;p36"/>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22" name="Google Shape;622;p36"/>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3" name="Google Shape;623;p36"/>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4" name="Google Shape;624;p36"/>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5" name="Google Shape;625;p36"/>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6" name="Google Shape;626;p36"/>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7" name="Google Shape;627;p36"/>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8" name="Google Shape;628;p36"/>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629" name="Shape 629"/>
        <p:cNvGrpSpPr/>
        <p:nvPr/>
      </p:nvGrpSpPr>
      <p:grpSpPr>
        <a:xfrm>
          <a:off x="0" y="0"/>
          <a:ext cx="0" cy="0"/>
          <a:chOff x="0" y="0"/>
          <a:chExt cx="0" cy="0"/>
        </a:xfrm>
      </p:grpSpPr>
      <p:sp>
        <p:nvSpPr>
          <p:cNvPr id="630" name="Google Shape;630;p37"/>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37"/>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32" name="Google Shape;632;p37"/>
          <p:cNvSpPr/>
          <p:nvPr>
            <p:ph idx="2" type="pic"/>
          </p:nvPr>
        </p:nvSpPr>
        <p:spPr>
          <a:xfrm>
            <a:off x="5457500" y="0"/>
            <a:ext cx="3686400" cy="5143500"/>
          </a:xfrm>
          <a:prstGeom prst="rect">
            <a:avLst/>
          </a:prstGeom>
          <a:noFill/>
          <a:ln>
            <a:noFill/>
          </a:ln>
        </p:spPr>
      </p:sp>
      <p:sp>
        <p:nvSpPr>
          <p:cNvPr id="633" name="Google Shape;633;p37"/>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634" name="Google Shape;634;p37"/>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635" name="Google Shape;635;p3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36" name="Google Shape;636;p37"/>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37" name="Google Shape;637;p37"/>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638" name="Shape 638"/>
        <p:cNvGrpSpPr/>
        <p:nvPr/>
      </p:nvGrpSpPr>
      <p:grpSpPr>
        <a:xfrm>
          <a:off x="0" y="0"/>
          <a:ext cx="0" cy="0"/>
          <a:chOff x="0" y="0"/>
          <a:chExt cx="0" cy="0"/>
        </a:xfrm>
      </p:grpSpPr>
      <p:grpSp>
        <p:nvGrpSpPr>
          <p:cNvPr id="639" name="Google Shape;639;p38"/>
          <p:cNvGrpSpPr/>
          <p:nvPr/>
        </p:nvGrpSpPr>
        <p:grpSpPr>
          <a:xfrm>
            <a:off x="7704171" y="1036593"/>
            <a:ext cx="1439893" cy="3234395"/>
            <a:chOff x="461225" y="3249175"/>
            <a:chExt cx="1110600" cy="2221578"/>
          </a:xfrm>
        </p:grpSpPr>
        <p:grpSp>
          <p:nvGrpSpPr>
            <p:cNvPr id="640" name="Google Shape;640;p38"/>
            <p:cNvGrpSpPr/>
            <p:nvPr/>
          </p:nvGrpSpPr>
          <p:grpSpPr>
            <a:xfrm>
              <a:off x="831422" y="3249175"/>
              <a:ext cx="740403" cy="2221578"/>
              <a:chOff x="831422" y="3249175"/>
              <a:chExt cx="740403" cy="2221578"/>
            </a:xfrm>
          </p:grpSpPr>
          <p:sp>
            <p:nvSpPr>
              <p:cNvPr id="641" name="Google Shape;641;p38"/>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2" name="Google Shape;642;p38"/>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3" name="Google Shape;643;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4" name="Google Shape;644;p38"/>
            <p:cNvGrpSpPr/>
            <p:nvPr/>
          </p:nvGrpSpPr>
          <p:grpSpPr>
            <a:xfrm>
              <a:off x="461225" y="3619500"/>
              <a:ext cx="1110600" cy="370200"/>
              <a:chOff x="461225" y="3249175"/>
              <a:chExt cx="1110600" cy="370200"/>
            </a:xfrm>
          </p:grpSpPr>
          <p:sp>
            <p:nvSpPr>
              <p:cNvPr id="645" name="Google Shape;645;p3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6" name="Google Shape;646;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7" name="Google Shape;647;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8" name="Google Shape;648;p38"/>
            <p:cNvGrpSpPr/>
            <p:nvPr/>
          </p:nvGrpSpPr>
          <p:grpSpPr>
            <a:xfrm>
              <a:off x="461225" y="3989700"/>
              <a:ext cx="1110600" cy="1110726"/>
              <a:chOff x="461225" y="3249175"/>
              <a:chExt cx="1110600" cy="1110726"/>
            </a:xfrm>
          </p:grpSpPr>
          <p:sp>
            <p:nvSpPr>
              <p:cNvPr id="649" name="Google Shape;649;p38"/>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0" name="Google Shape;650;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1" name="Google Shape;651;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52" name="Google Shape;652;p38"/>
            <p:cNvGrpSpPr/>
            <p:nvPr/>
          </p:nvGrpSpPr>
          <p:grpSpPr>
            <a:xfrm>
              <a:off x="831422" y="4360025"/>
              <a:ext cx="370203" cy="740520"/>
              <a:chOff x="831422" y="3249175"/>
              <a:chExt cx="370203" cy="740520"/>
            </a:xfrm>
          </p:grpSpPr>
          <p:sp>
            <p:nvSpPr>
              <p:cNvPr id="653" name="Google Shape;653;p38"/>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4" name="Google Shape;654;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55" name="Google Shape;655;p38"/>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56" name="Google Shape;656;p3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57" name="Google Shape;657;p38"/>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58" name="Google Shape;658;p38"/>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59" name="Google Shape;659;p38"/>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60" name="Google Shape;660;p38"/>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61" name="Google Shape;661;p38"/>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2" name="Google Shape;662;p38"/>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3" name="Google Shape;663;p38"/>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4" name="Google Shape;664;p38"/>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5" name="Google Shape;665;p38"/>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6" name="Google Shape;666;p38"/>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7" name="Google Shape;667;p38"/>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68" name="Shape 668"/>
        <p:cNvGrpSpPr/>
        <p:nvPr/>
      </p:nvGrpSpPr>
      <p:grpSpPr>
        <a:xfrm>
          <a:off x="0" y="0"/>
          <a:ext cx="0" cy="0"/>
          <a:chOff x="0" y="0"/>
          <a:chExt cx="0" cy="0"/>
        </a:xfrm>
      </p:grpSpPr>
      <p:grpSp>
        <p:nvGrpSpPr>
          <p:cNvPr id="669" name="Google Shape;669;p39"/>
          <p:cNvGrpSpPr/>
          <p:nvPr/>
        </p:nvGrpSpPr>
        <p:grpSpPr>
          <a:xfrm>
            <a:off x="0" y="506850"/>
            <a:ext cx="930250" cy="2593175"/>
            <a:chOff x="0" y="506850"/>
            <a:chExt cx="930250" cy="2593175"/>
          </a:xfrm>
        </p:grpSpPr>
        <p:grpSp>
          <p:nvGrpSpPr>
            <p:cNvPr id="670" name="Google Shape;670;p39"/>
            <p:cNvGrpSpPr/>
            <p:nvPr/>
          </p:nvGrpSpPr>
          <p:grpSpPr>
            <a:xfrm>
              <a:off x="0" y="877050"/>
              <a:ext cx="930250" cy="2222975"/>
              <a:chOff x="1233650" y="2421900"/>
              <a:chExt cx="930250" cy="2222975"/>
            </a:xfrm>
          </p:grpSpPr>
          <p:grpSp>
            <p:nvGrpSpPr>
              <p:cNvPr id="671" name="Google Shape;671;p39"/>
              <p:cNvGrpSpPr/>
              <p:nvPr/>
            </p:nvGrpSpPr>
            <p:grpSpPr>
              <a:xfrm>
                <a:off x="1233650" y="2793625"/>
                <a:ext cx="560050" cy="1851250"/>
                <a:chOff x="1381975" y="3249175"/>
                <a:chExt cx="560050" cy="1851250"/>
              </a:xfrm>
            </p:grpSpPr>
            <p:sp>
              <p:nvSpPr>
                <p:cNvPr id="672" name="Google Shape;672;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3" name="Google Shape;673;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74" name="Google Shape;674;p39"/>
                <p:cNvGrpSpPr/>
                <p:nvPr/>
              </p:nvGrpSpPr>
              <p:grpSpPr>
                <a:xfrm>
                  <a:off x="1381975" y="3989700"/>
                  <a:ext cx="560050" cy="1110725"/>
                  <a:chOff x="1381975" y="3249175"/>
                  <a:chExt cx="560050" cy="1110725"/>
                </a:xfrm>
              </p:grpSpPr>
              <p:sp>
                <p:nvSpPr>
                  <p:cNvPr id="675" name="Google Shape;675;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6" name="Google Shape;676;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7" name="Google Shape;677;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78" name="Google Shape;678;p39"/>
                <p:cNvGrpSpPr/>
                <p:nvPr/>
              </p:nvGrpSpPr>
              <p:grpSpPr>
                <a:xfrm>
                  <a:off x="1381975" y="4360025"/>
                  <a:ext cx="560050" cy="370200"/>
                  <a:chOff x="1381975" y="3249175"/>
                  <a:chExt cx="560050" cy="370200"/>
                </a:xfrm>
              </p:grpSpPr>
              <p:sp>
                <p:nvSpPr>
                  <p:cNvPr id="679" name="Google Shape;67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0" name="Google Shape;68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81" name="Google Shape;681;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2" name="Google Shape;682;p39"/>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3" name="Google Shape;683;p39"/>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84" name="Google Shape;684;p3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85" name="Google Shape;685;p39"/>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6" name="Google Shape;686;p39"/>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7" name="Google Shape;687;p39"/>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8" name="Google Shape;688;p39"/>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9" name="Google Shape;689;p39"/>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90" name="Google Shape;690;p39"/>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91" name="Google Shape;691;p39"/>
          <p:cNvGrpSpPr/>
          <p:nvPr/>
        </p:nvGrpSpPr>
        <p:grpSpPr>
          <a:xfrm rot="5400000">
            <a:off x="7381575" y="-838700"/>
            <a:ext cx="930250" cy="2591775"/>
            <a:chOff x="0" y="508250"/>
            <a:chExt cx="930250" cy="2591775"/>
          </a:xfrm>
        </p:grpSpPr>
        <p:grpSp>
          <p:nvGrpSpPr>
            <p:cNvPr id="692" name="Google Shape;692;p39"/>
            <p:cNvGrpSpPr/>
            <p:nvPr/>
          </p:nvGrpSpPr>
          <p:grpSpPr>
            <a:xfrm>
              <a:off x="0" y="877050"/>
              <a:ext cx="930250" cy="2222975"/>
              <a:chOff x="1233650" y="2421900"/>
              <a:chExt cx="930250" cy="2222975"/>
            </a:xfrm>
          </p:grpSpPr>
          <p:grpSp>
            <p:nvGrpSpPr>
              <p:cNvPr id="693" name="Google Shape;693;p39"/>
              <p:cNvGrpSpPr/>
              <p:nvPr/>
            </p:nvGrpSpPr>
            <p:grpSpPr>
              <a:xfrm>
                <a:off x="1233650" y="2793625"/>
                <a:ext cx="930250" cy="1851250"/>
                <a:chOff x="1381975" y="3249175"/>
                <a:chExt cx="930250" cy="1851250"/>
              </a:xfrm>
            </p:grpSpPr>
            <p:grpSp>
              <p:nvGrpSpPr>
                <p:cNvPr id="694" name="Google Shape;694;p39"/>
                <p:cNvGrpSpPr/>
                <p:nvPr/>
              </p:nvGrpSpPr>
              <p:grpSpPr>
                <a:xfrm>
                  <a:off x="1571825" y="3249175"/>
                  <a:ext cx="740400" cy="370200"/>
                  <a:chOff x="1571825" y="3249175"/>
                  <a:chExt cx="740400" cy="370200"/>
                </a:xfrm>
              </p:grpSpPr>
              <p:sp>
                <p:nvSpPr>
                  <p:cNvPr id="695" name="Google Shape;695;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3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97" name="Google Shape;697;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98" name="Google Shape;698;p39"/>
                <p:cNvGrpSpPr/>
                <p:nvPr/>
              </p:nvGrpSpPr>
              <p:grpSpPr>
                <a:xfrm>
                  <a:off x="1381975" y="3989700"/>
                  <a:ext cx="560050" cy="1110725"/>
                  <a:chOff x="1381975" y="3249175"/>
                  <a:chExt cx="560050" cy="1110725"/>
                </a:xfrm>
              </p:grpSpPr>
              <p:sp>
                <p:nvSpPr>
                  <p:cNvPr id="699" name="Google Shape;69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02" name="Google Shape;702;p39"/>
                <p:cNvGrpSpPr/>
                <p:nvPr/>
              </p:nvGrpSpPr>
              <p:grpSpPr>
                <a:xfrm>
                  <a:off x="1381975" y="4360025"/>
                  <a:ext cx="560050" cy="370200"/>
                  <a:chOff x="1381975" y="3249175"/>
                  <a:chExt cx="560050" cy="370200"/>
                </a:xfrm>
              </p:grpSpPr>
              <p:sp>
                <p:nvSpPr>
                  <p:cNvPr id="703" name="Google Shape;703;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4" name="Google Shape;704;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05" name="Google Shape;705;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6" name="Google Shape;706;p39"/>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7" name="Google Shape;707;p39"/>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08" name="Google Shape;708;p39"/>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709" name="Google Shape;709;p39"/>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710" name="Google Shape;710;p39"/>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1" name="Google Shape;711;p39"/>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2" name="Google Shape;712;p39"/>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713" name="Google Shape;713;p39"/>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4" name="Google Shape;714;p39"/>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715" name="Google Shape;715;p39"/>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6" name="Google Shape;716;p39"/>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7" name="Google Shape;717;p39"/>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718" name="Shape 718"/>
        <p:cNvGrpSpPr/>
        <p:nvPr/>
      </p:nvGrpSpPr>
      <p:grpSpPr>
        <a:xfrm>
          <a:off x="0" y="0"/>
          <a:ext cx="0" cy="0"/>
          <a:chOff x="0" y="0"/>
          <a:chExt cx="0" cy="0"/>
        </a:xfrm>
      </p:grpSpPr>
      <p:sp>
        <p:nvSpPr>
          <p:cNvPr id="719" name="Google Shape;719;p40"/>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0" name="Google Shape;720;p40"/>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1" name="Google Shape;721;p40"/>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2" name="Google Shape;722;p40"/>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723" name="Google Shape;723;p40"/>
          <p:cNvGrpSpPr/>
          <p:nvPr/>
        </p:nvGrpSpPr>
        <p:grpSpPr>
          <a:xfrm>
            <a:off x="7073603" y="0"/>
            <a:ext cx="2070408" cy="1617374"/>
            <a:chOff x="6787102" y="-57263"/>
            <a:chExt cx="2403260" cy="1877393"/>
          </a:xfrm>
        </p:grpSpPr>
        <p:grpSp>
          <p:nvGrpSpPr>
            <p:cNvPr id="724" name="Google Shape;724;p40"/>
            <p:cNvGrpSpPr/>
            <p:nvPr/>
          </p:nvGrpSpPr>
          <p:grpSpPr>
            <a:xfrm rot="10800000">
              <a:off x="8286413" y="1320355"/>
              <a:ext cx="903863" cy="499775"/>
              <a:chOff x="532097" y="3249175"/>
              <a:chExt cx="669528" cy="370204"/>
            </a:xfrm>
          </p:grpSpPr>
          <p:sp>
            <p:nvSpPr>
              <p:cNvPr id="725" name="Google Shape;725;p40"/>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6" name="Google Shape;726;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7" name="Google Shape;727;p40"/>
            <p:cNvGrpSpPr/>
            <p:nvPr/>
          </p:nvGrpSpPr>
          <p:grpSpPr>
            <a:xfrm rot="10800000">
              <a:off x="6787103" y="820419"/>
              <a:ext cx="2402289" cy="499772"/>
              <a:chOff x="532752" y="3249175"/>
              <a:chExt cx="1779473" cy="370202"/>
            </a:xfrm>
          </p:grpSpPr>
          <p:sp>
            <p:nvSpPr>
              <p:cNvPr id="728" name="Google Shape;728;p40"/>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0" name="Google Shape;730;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1" name="Google Shape;73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2" name="Google Shape;732;p40"/>
            <p:cNvGrpSpPr/>
            <p:nvPr/>
          </p:nvGrpSpPr>
          <p:grpSpPr>
            <a:xfrm rot="10800000">
              <a:off x="7286873" y="320651"/>
              <a:ext cx="1499310" cy="499770"/>
              <a:chOff x="831425" y="3249175"/>
              <a:chExt cx="1110600" cy="370200"/>
            </a:xfrm>
          </p:grpSpPr>
          <p:sp>
            <p:nvSpPr>
              <p:cNvPr id="733" name="Google Shape;733;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6" name="Google Shape;736;p40"/>
            <p:cNvGrpSpPr/>
            <p:nvPr/>
          </p:nvGrpSpPr>
          <p:grpSpPr>
            <a:xfrm rot="10800000">
              <a:off x="6787102" y="-57263"/>
              <a:ext cx="2403260" cy="377865"/>
              <a:chOff x="532032" y="3249173"/>
              <a:chExt cx="1780193" cy="370202"/>
            </a:xfrm>
          </p:grpSpPr>
          <p:sp>
            <p:nvSpPr>
              <p:cNvPr id="737" name="Google Shape;737;p40"/>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40"/>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1" name="Google Shape;74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42" name="Google Shape;742;p40"/>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3" name="Google Shape;743;p40"/>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4" name="Google Shape;744;p40"/>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5" name="Google Shape;745;p40"/>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6" name="Google Shape;746;p4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47" name="Google Shape;747;p40"/>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48" name="Google Shape;748;p40"/>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49" name="Google Shape;749;p40"/>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0" name="Google Shape;750;p40"/>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1" name="Google Shape;751;p40"/>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2" name="Google Shape;752;p40"/>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3" name="Google Shape;753;p4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54" name="Shape 754"/>
        <p:cNvGrpSpPr/>
        <p:nvPr/>
      </p:nvGrpSpPr>
      <p:grpSpPr>
        <a:xfrm>
          <a:off x="0" y="0"/>
          <a:ext cx="0" cy="0"/>
          <a:chOff x="0" y="0"/>
          <a:chExt cx="0" cy="0"/>
        </a:xfrm>
      </p:grpSpPr>
      <p:sp>
        <p:nvSpPr>
          <p:cNvPr id="755" name="Google Shape;755;p41"/>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6" name="Google Shape;756;p41"/>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7" name="Google Shape;757;p41"/>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8" name="Google Shape;758;p41"/>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9" name="Google Shape;759;p41"/>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60" name="Google Shape;760;p41"/>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61" name="Google Shape;761;p41"/>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62" name="Google Shape;762;p41"/>
          <p:cNvGrpSpPr/>
          <p:nvPr/>
        </p:nvGrpSpPr>
        <p:grpSpPr>
          <a:xfrm>
            <a:off x="7073603" y="0"/>
            <a:ext cx="2070408" cy="1617374"/>
            <a:chOff x="6787102" y="-57263"/>
            <a:chExt cx="2403260" cy="1877393"/>
          </a:xfrm>
        </p:grpSpPr>
        <p:grpSp>
          <p:nvGrpSpPr>
            <p:cNvPr id="763" name="Google Shape;763;p41"/>
            <p:cNvGrpSpPr/>
            <p:nvPr/>
          </p:nvGrpSpPr>
          <p:grpSpPr>
            <a:xfrm rot="10800000">
              <a:off x="8286413" y="1320355"/>
              <a:ext cx="903863" cy="499775"/>
              <a:chOff x="532097" y="3249175"/>
              <a:chExt cx="669528" cy="370204"/>
            </a:xfrm>
          </p:grpSpPr>
          <p:sp>
            <p:nvSpPr>
              <p:cNvPr id="764" name="Google Shape;764;p41"/>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5" name="Google Shape;765;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6" name="Google Shape;766;p41"/>
            <p:cNvGrpSpPr/>
            <p:nvPr/>
          </p:nvGrpSpPr>
          <p:grpSpPr>
            <a:xfrm rot="10800000">
              <a:off x="6787103" y="820419"/>
              <a:ext cx="2402289" cy="499772"/>
              <a:chOff x="532752" y="3249175"/>
              <a:chExt cx="1779473" cy="370202"/>
            </a:xfrm>
          </p:grpSpPr>
          <p:sp>
            <p:nvSpPr>
              <p:cNvPr id="767" name="Google Shape;767;p41"/>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0" name="Google Shape;77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1" name="Google Shape;771;p41"/>
            <p:cNvGrpSpPr/>
            <p:nvPr/>
          </p:nvGrpSpPr>
          <p:grpSpPr>
            <a:xfrm rot="10800000">
              <a:off x="7286873" y="320651"/>
              <a:ext cx="1499310" cy="499770"/>
              <a:chOff x="831425" y="3249175"/>
              <a:chExt cx="1110600" cy="370200"/>
            </a:xfrm>
          </p:grpSpPr>
          <p:sp>
            <p:nvSpPr>
              <p:cNvPr id="772" name="Google Shape;772;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5" name="Google Shape;775;p41"/>
            <p:cNvGrpSpPr/>
            <p:nvPr/>
          </p:nvGrpSpPr>
          <p:grpSpPr>
            <a:xfrm rot="10800000">
              <a:off x="6787102" y="-57263"/>
              <a:ext cx="2403260" cy="377865"/>
              <a:chOff x="532032" y="3249173"/>
              <a:chExt cx="1780193" cy="370202"/>
            </a:xfrm>
          </p:grpSpPr>
          <p:sp>
            <p:nvSpPr>
              <p:cNvPr id="776" name="Google Shape;776;p41"/>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7" name="Google Shape;777;p41"/>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8" name="Google Shape;778;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9" name="Google Shape;779;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0" name="Google Shape;78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81" name="Google Shape;781;p41"/>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2" name="Google Shape;782;p41"/>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3" name="Google Shape;783;p41"/>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4" name="Google Shape;784;p41"/>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5" name="Google Shape;785;p41"/>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6" name="Google Shape;786;p41"/>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7" name="Google Shape;787;p41"/>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8" name="Google Shape;788;p41"/>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9" name="Google Shape;789;p41"/>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0" name="Google Shape;790;p41"/>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1" name="Google Shape;791;p41"/>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2" name="Google Shape;792;p41"/>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3" name="Google Shape;793;p41"/>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94" name="Google Shape;794;p41"/>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95" name="Shape 795"/>
        <p:cNvGrpSpPr/>
        <p:nvPr/>
      </p:nvGrpSpPr>
      <p:grpSpPr>
        <a:xfrm>
          <a:off x="0" y="0"/>
          <a:ext cx="0" cy="0"/>
          <a:chOff x="0" y="0"/>
          <a:chExt cx="0" cy="0"/>
        </a:xfrm>
      </p:grpSpPr>
      <p:sp>
        <p:nvSpPr>
          <p:cNvPr id="796" name="Google Shape;796;p42"/>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97" name="Google Shape;797;p42"/>
          <p:cNvGrpSpPr/>
          <p:nvPr/>
        </p:nvGrpSpPr>
        <p:grpSpPr>
          <a:xfrm rot="10800000">
            <a:off x="5657179" y="-1"/>
            <a:ext cx="3486840" cy="2906092"/>
            <a:chOff x="312900" y="2793625"/>
            <a:chExt cx="2221200" cy="1851250"/>
          </a:xfrm>
        </p:grpSpPr>
        <p:grpSp>
          <p:nvGrpSpPr>
            <p:cNvPr id="798" name="Google Shape;798;p42"/>
            <p:cNvGrpSpPr/>
            <p:nvPr/>
          </p:nvGrpSpPr>
          <p:grpSpPr>
            <a:xfrm>
              <a:off x="312900" y="2793625"/>
              <a:ext cx="1851000" cy="1851250"/>
              <a:chOff x="461225" y="3249175"/>
              <a:chExt cx="1851000" cy="1851250"/>
            </a:xfrm>
          </p:grpSpPr>
          <p:grpSp>
            <p:nvGrpSpPr>
              <p:cNvPr id="799" name="Google Shape;799;p42"/>
              <p:cNvGrpSpPr/>
              <p:nvPr/>
            </p:nvGrpSpPr>
            <p:grpSpPr>
              <a:xfrm>
                <a:off x="461225" y="3249175"/>
                <a:ext cx="1851000" cy="370200"/>
                <a:chOff x="461225" y="3249175"/>
                <a:chExt cx="1851000" cy="370200"/>
              </a:xfrm>
            </p:grpSpPr>
            <p:sp>
              <p:nvSpPr>
                <p:cNvPr id="800" name="Google Shape;800;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1" name="Google Shape;801;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2" name="Google Shape;802;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3" name="Google Shape;803;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04" name="Google Shape;804;p42"/>
              <p:cNvGrpSpPr/>
              <p:nvPr/>
            </p:nvGrpSpPr>
            <p:grpSpPr>
              <a:xfrm>
                <a:off x="461225" y="3619500"/>
                <a:ext cx="1851000" cy="370200"/>
                <a:chOff x="461225" y="3249175"/>
                <a:chExt cx="1851000" cy="370200"/>
              </a:xfrm>
            </p:grpSpPr>
            <p:sp>
              <p:nvSpPr>
                <p:cNvPr id="805" name="Google Shape;805;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6" name="Google Shape;80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7" name="Google Shape;80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8" name="Google Shape;80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9" name="Google Shape;80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0" name="Google Shape;810;p42"/>
              <p:cNvGrpSpPr/>
              <p:nvPr/>
            </p:nvGrpSpPr>
            <p:grpSpPr>
              <a:xfrm>
                <a:off x="461225" y="3989700"/>
                <a:ext cx="1480800" cy="1110725"/>
                <a:chOff x="461225" y="3249175"/>
                <a:chExt cx="1480800" cy="1110725"/>
              </a:xfrm>
            </p:grpSpPr>
            <p:sp>
              <p:nvSpPr>
                <p:cNvPr id="811" name="Google Shape;811;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2" name="Google Shape;812;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3" name="Google Shape;813;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4" name="Google Shape;814;p42"/>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5" name="Google Shape;815;p42"/>
              <p:cNvGrpSpPr/>
              <p:nvPr/>
            </p:nvGrpSpPr>
            <p:grpSpPr>
              <a:xfrm>
                <a:off x="831425" y="4360025"/>
                <a:ext cx="1480800" cy="370200"/>
                <a:chOff x="831425" y="3249175"/>
                <a:chExt cx="1480800" cy="370200"/>
              </a:xfrm>
            </p:grpSpPr>
            <p:sp>
              <p:nvSpPr>
                <p:cNvPr id="816" name="Google Shape;81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7" name="Google Shape;81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8" name="Google Shape;81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9" name="Google Shape;81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20" name="Google Shape;820;p42"/>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1" name="Google Shape;821;p42"/>
          <p:cNvSpPr/>
          <p:nvPr>
            <p:ph idx="2" type="pic"/>
          </p:nvPr>
        </p:nvSpPr>
        <p:spPr>
          <a:xfrm>
            <a:off x="1200750" y="984738"/>
            <a:ext cx="1649400" cy="1649400"/>
          </a:xfrm>
          <a:prstGeom prst="ellipse">
            <a:avLst/>
          </a:prstGeom>
          <a:noFill/>
          <a:ln>
            <a:noFill/>
          </a:ln>
        </p:spPr>
      </p:sp>
      <p:sp>
        <p:nvSpPr>
          <p:cNvPr id="822" name="Google Shape;822;p42"/>
          <p:cNvSpPr/>
          <p:nvPr>
            <p:ph idx="3" type="pic"/>
          </p:nvPr>
        </p:nvSpPr>
        <p:spPr>
          <a:xfrm>
            <a:off x="3747300" y="921988"/>
            <a:ext cx="1649400" cy="1649400"/>
          </a:xfrm>
          <a:prstGeom prst="ellipse">
            <a:avLst/>
          </a:prstGeom>
          <a:noFill/>
          <a:ln>
            <a:noFill/>
          </a:ln>
        </p:spPr>
      </p:sp>
      <p:sp>
        <p:nvSpPr>
          <p:cNvPr id="823" name="Google Shape;823;p42"/>
          <p:cNvSpPr/>
          <p:nvPr>
            <p:ph idx="4" type="pic"/>
          </p:nvPr>
        </p:nvSpPr>
        <p:spPr>
          <a:xfrm>
            <a:off x="6080650" y="941438"/>
            <a:ext cx="1649400" cy="1649400"/>
          </a:xfrm>
          <a:prstGeom prst="ellipse">
            <a:avLst/>
          </a:prstGeom>
          <a:noFill/>
          <a:ln>
            <a:noFill/>
          </a:ln>
        </p:spPr>
      </p:sp>
      <p:sp>
        <p:nvSpPr>
          <p:cNvPr id="824" name="Google Shape;824;p42"/>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5" name="Google Shape;825;p42"/>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6" name="Google Shape;826;p42"/>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7" name="Google Shape;827;p42"/>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8" name="Google Shape;828;p42"/>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9" name="Google Shape;829;p42"/>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30" name="Google Shape;830;p42"/>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831" name="Google Shape;831;p4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32" name="Shape 832"/>
        <p:cNvGrpSpPr/>
        <p:nvPr/>
      </p:nvGrpSpPr>
      <p:grpSpPr>
        <a:xfrm>
          <a:off x="0" y="0"/>
          <a:ext cx="0" cy="0"/>
          <a:chOff x="0" y="0"/>
          <a:chExt cx="0" cy="0"/>
        </a:xfrm>
      </p:grpSpPr>
      <p:sp>
        <p:nvSpPr>
          <p:cNvPr id="833" name="Google Shape;833;p4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34" name="Google Shape;834;p4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35" name="Shape 835"/>
        <p:cNvGrpSpPr/>
        <p:nvPr/>
      </p:nvGrpSpPr>
      <p:grpSpPr>
        <a:xfrm>
          <a:off x="0" y="0"/>
          <a:ext cx="0" cy="0"/>
          <a:chOff x="0" y="0"/>
          <a:chExt cx="0" cy="0"/>
        </a:xfrm>
      </p:grpSpPr>
      <p:sp>
        <p:nvSpPr>
          <p:cNvPr id="836" name="Google Shape;836;p4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837" name="Shape 837"/>
        <p:cNvGrpSpPr/>
        <p:nvPr/>
      </p:nvGrpSpPr>
      <p:grpSpPr>
        <a:xfrm>
          <a:off x="0" y="0"/>
          <a:ext cx="0" cy="0"/>
          <a:chOff x="0" y="0"/>
          <a:chExt cx="0" cy="0"/>
        </a:xfrm>
      </p:grpSpPr>
      <p:sp>
        <p:nvSpPr>
          <p:cNvPr id="838" name="Google Shape;838;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9" name="Google Shape;839;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840" name="Shape 840"/>
        <p:cNvGrpSpPr/>
        <p:nvPr/>
      </p:nvGrpSpPr>
      <p:grpSpPr>
        <a:xfrm>
          <a:off x="0" y="0"/>
          <a:ext cx="0" cy="0"/>
          <a:chOff x="0" y="0"/>
          <a:chExt cx="0" cy="0"/>
        </a:xfrm>
      </p:grpSpPr>
      <p:sp>
        <p:nvSpPr>
          <p:cNvPr id="841" name="Google Shape;841;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2" name="Google Shape;842;p4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6"/>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44" name="Shape 844"/>
        <p:cNvGrpSpPr/>
        <p:nvPr/>
      </p:nvGrpSpPr>
      <p:grpSpPr>
        <a:xfrm>
          <a:off x="0" y="0"/>
          <a:ext cx="0" cy="0"/>
          <a:chOff x="0" y="0"/>
          <a:chExt cx="0" cy="0"/>
        </a:xfrm>
      </p:grpSpPr>
      <p:sp>
        <p:nvSpPr>
          <p:cNvPr id="845" name="Google Shape;845;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46" name="Shape 846"/>
        <p:cNvGrpSpPr/>
        <p:nvPr/>
      </p:nvGrpSpPr>
      <p:grpSpPr>
        <a:xfrm>
          <a:off x="0" y="0"/>
          <a:ext cx="0" cy="0"/>
          <a:chOff x="0" y="0"/>
          <a:chExt cx="0" cy="0"/>
        </a:xfrm>
      </p:grpSpPr>
      <p:sp>
        <p:nvSpPr>
          <p:cNvPr id="847" name="Google Shape;847;p4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48" name="Google Shape;848;p4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49" name="Shape 849"/>
        <p:cNvGrpSpPr/>
        <p:nvPr/>
      </p:nvGrpSpPr>
      <p:grpSpPr>
        <a:xfrm>
          <a:off x="0" y="0"/>
          <a:ext cx="0" cy="0"/>
          <a:chOff x="0" y="0"/>
          <a:chExt cx="0" cy="0"/>
        </a:xfrm>
      </p:grpSpPr>
      <p:sp>
        <p:nvSpPr>
          <p:cNvPr id="850" name="Google Shape;850;p4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51" name="Shape 851"/>
        <p:cNvGrpSpPr/>
        <p:nvPr/>
      </p:nvGrpSpPr>
      <p:grpSpPr>
        <a:xfrm>
          <a:off x="0" y="0"/>
          <a:ext cx="0" cy="0"/>
          <a:chOff x="0" y="0"/>
          <a:chExt cx="0" cy="0"/>
        </a:xfrm>
      </p:grpSpPr>
      <p:sp>
        <p:nvSpPr>
          <p:cNvPr id="852" name="Google Shape;852;p5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53" name="Google Shape;853;p5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54" name="Google Shape;854;p5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55" name="Shape 855"/>
        <p:cNvGrpSpPr/>
        <p:nvPr/>
      </p:nvGrpSpPr>
      <p:grpSpPr>
        <a:xfrm>
          <a:off x="0" y="0"/>
          <a:ext cx="0" cy="0"/>
          <a:chOff x="0" y="0"/>
          <a:chExt cx="0" cy="0"/>
        </a:xfrm>
      </p:grpSpPr>
      <p:sp>
        <p:nvSpPr>
          <p:cNvPr id="856" name="Google Shape;856;p5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57" name="Shape 857"/>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58" name="Shape 858"/>
        <p:cNvGrpSpPr/>
        <p:nvPr/>
      </p:nvGrpSpPr>
      <p:grpSpPr>
        <a:xfrm>
          <a:off x="0" y="0"/>
          <a:ext cx="0" cy="0"/>
          <a:chOff x="0" y="0"/>
          <a:chExt cx="0" cy="0"/>
        </a:xfrm>
      </p:grpSpPr>
      <p:sp>
        <p:nvSpPr>
          <p:cNvPr id="859" name="Google Shape;859;p5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0" name="Google Shape;860;p5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1" name="Google Shape;861;p5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2" name="Google Shape;862;p5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3" name="Google Shape;863;p5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4" name="Google Shape;864;p5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5" name="Google Shape;865;p5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66" name="Shape 866"/>
        <p:cNvGrpSpPr/>
        <p:nvPr/>
      </p:nvGrpSpPr>
      <p:grpSpPr>
        <a:xfrm>
          <a:off x="0" y="0"/>
          <a:ext cx="0" cy="0"/>
          <a:chOff x="0" y="0"/>
          <a:chExt cx="0" cy="0"/>
        </a:xfrm>
      </p:grpSpPr>
      <p:sp>
        <p:nvSpPr>
          <p:cNvPr id="867" name="Google Shape;867;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5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9" name="Google Shape;869;p5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70" name="Shape 870"/>
        <p:cNvGrpSpPr/>
        <p:nvPr/>
      </p:nvGrpSpPr>
      <p:grpSpPr>
        <a:xfrm>
          <a:off x="0" y="0"/>
          <a:ext cx="0" cy="0"/>
          <a:chOff x="0" y="0"/>
          <a:chExt cx="0" cy="0"/>
        </a:xfrm>
      </p:grpSpPr>
      <p:sp>
        <p:nvSpPr>
          <p:cNvPr id="871" name="Google Shape;871;p5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72" name="Google Shape;872;p5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3" name="Google Shape;873;p5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4" name="Google Shape;874;p5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75" name="Google Shape;875;p5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76" name="Shape 876"/>
        <p:cNvGrpSpPr/>
        <p:nvPr/>
      </p:nvGrpSpPr>
      <p:grpSpPr>
        <a:xfrm>
          <a:off x="0" y="0"/>
          <a:ext cx="0" cy="0"/>
          <a:chOff x="0" y="0"/>
          <a:chExt cx="0" cy="0"/>
        </a:xfrm>
      </p:grpSpPr>
      <p:sp>
        <p:nvSpPr>
          <p:cNvPr id="877" name="Google Shape;877;p5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8" name="Google Shape;878;p5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9" name="Google Shape;879;p5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0" name="Google Shape;880;p5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1" name="Google Shape;881;p5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2" name="Google Shape;882;p5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3" name="Google Shape;883;p5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84" name="Shape 884"/>
        <p:cNvGrpSpPr/>
        <p:nvPr/>
      </p:nvGrpSpPr>
      <p:grpSpPr>
        <a:xfrm>
          <a:off x="0" y="0"/>
          <a:ext cx="0" cy="0"/>
          <a:chOff x="0" y="0"/>
          <a:chExt cx="0" cy="0"/>
        </a:xfrm>
      </p:grpSpPr>
      <p:sp>
        <p:nvSpPr>
          <p:cNvPr id="885" name="Google Shape;885;p5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86" name="Google Shape;886;p5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7" name="Google Shape;887;p5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8" name="Google Shape;888;p5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9" name="Google Shape;889;p5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0" name="Google Shape;890;p5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1" name="Google Shape;891;p5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2" name="Google Shape;892;p5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3" name="Google Shape;893;p5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94" name="Shape 894"/>
        <p:cNvGrpSpPr/>
        <p:nvPr/>
      </p:nvGrpSpPr>
      <p:grpSpPr>
        <a:xfrm>
          <a:off x="0" y="0"/>
          <a:ext cx="0" cy="0"/>
          <a:chOff x="0" y="0"/>
          <a:chExt cx="0" cy="0"/>
        </a:xfrm>
      </p:grpSpPr>
      <p:sp>
        <p:nvSpPr>
          <p:cNvPr id="895" name="Google Shape;895;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6" name="Google Shape;896;p5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97" name="Shape 897"/>
        <p:cNvGrpSpPr/>
        <p:nvPr/>
      </p:nvGrpSpPr>
      <p:grpSpPr>
        <a:xfrm>
          <a:off x="0" y="0"/>
          <a:ext cx="0" cy="0"/>
          <a:chOff x="0" y="0"/>
          <a:chExt cx="0" cy="0"/>
        </a:xfrm>
      </p:grpSpPr>
      <p:sp>
        <p:nvSpPr>
          <p:cNvPr id="898" name="Google Shape;898;p5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99" name="Google Shape;899;p59"/>
          <p:cNvSpPr/>
          <p:nvPr>
            <p:ph idx="2" type="pic"/>
          </p:nvPr>
        </p:nvSpPr>
        <p:spPr>
          <a:xfrm>
            <a:off x="4804825" y="1133300"/>
            <a:ext cx="4027500" cy="2392800"/>
          </a:xfrm>
          <a:prstGeom prst="rect">
            <a:avLst/>
          </a:prstGeom>
          <a:noFill/>
          <a:ln>
            <a:noFill/>
          </a:ln>
        </p:spPr>
      </p:sp>
      <p:sp>
        <p:nvSpPr>
          <p:cNvPr id="900" name="Google Shape;900;p59"/>
          <p:cNvSpPr/>
          <p:nvPr>
            <p:ph idx="3" type="pic"/>
          </p:nvPr>
        </p:nvSpPr>
        <p:spPr>
          <a:xfrm>
            <a:off x="311725" y="1133300"/>
            <a:ext cx="4027500" cy="2392800"/>
          </a:xfrm>
          <a:prstGeom prst="rect">
            <a:avLst/>
          </a:prstGeom>
          <a:noFill/>
          <a:ln>
            <a:noFill/>
          </a:ln>
        </p:spPr>
      </p:sp>
      <p:sp>
        <p:nvSpPr>
          <p:cNvPr id="901" name="Google Shape;901;p5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02" name="Google Shape;902;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3" name="Google Shape;903;p5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04" name="Google Shape;904;p5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905" name="Shape 905"/>
        <p:cNvGrpSpPr/>
        <p:nvPr/>
      </p:nvGrpSpPr>
      <p:grpSpPr>
        <a:xfrm>
          <a:off x="0" y="0"/>
          <a:ext cx="0" cy="0"/>
          <a:chOff x="0" y="0"/>
          <a:chExt cx="0" cy="0"/>
        </a:xfrm>
      </p:grpSpPr>
      <p:sp>
        <p:nvSpPr>
          <p:cNvPr id="906" name="Google Shape;906;p6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07" name="Google Shape;907;p60"/>
          <p:cNvSpPr/>
          <p:nvPr>
            <p:ph idx="2" type="pic"/>
          </p:nvPr>
        </p:nvSpPr>
        <p:spPr>
          <a:xfrm>
            <a:off x="6205225" y="1128325"/>
            <a:ext cx="2627100" cy="2273100"/>
          </a:xfrm>
          <a:prstGeom prst="rect">
            <a:avLst/>
          </a:prstGeom>
          <a:noFill/>
          <a:ln>
            <a:noFill/>
          </a:ln>
        </p:spPr>
      </p:sp>
      <p:sp>
        <p:nvSpPr>
          <p:cNvPr id="908" name="Google Shape;908;p60"/>
          <p:cNvSpPr/>
          <p:nvPr>
            <p:ph idx="3" type="pic"/>
          </p:nvPr>
        </p:nvSpPr>
        <p:spPr>
          <a:xfrm>
            <a:off x="311725" y="1128325"/>
            <a:ext cx="2627100" cy="2273100"/>
          </a:xfrm>
          <a:prstGeom prst="rect">
            <a:avLst/>
          </a:prstGeom>
          <a:noFill/>
          <a:ln>
            <a:noFill/>
          </a:ln>
        </p:spPr>
      </p:sp>
      <p:sp>
        <p:nvSpPr>
          <p:cNvPr id="909" name="Google Shape;909;p6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0" name="Google Shape;910;p60"/>
          <p:cNvSpPr/>
          <p:nvPr>
            <p:ph idx="5" type="pic"/>
          </p:nvPr>
        </p:nvSpPr>
        <p:spPr>
          <a:xfrm>
            <a:off x="3255250" y="1128325"/>
            <a:ext cx="2627100" cy="2273100"/>
          </a:xfrm>
          <a:prstGeom prst="rect">
            <a:avLst/>
          </a:prstGeom>
          <a:noFill/>
          <a:ln>
            <a:noFill/>
          </a:ln>
        </p:spPr>
      </p:sp>
      <p:sp>
        <p:nvSpPr>
          <p:cNvPr id="911" name="Google Shape;911;p6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2" name="Google Shape;912;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13" name="Google Shape;913;p6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4" name="Google Shape;914;p6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5" name="Google Shape;915;p6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916" name="Shape 916"/>
        <p:cNvGrpSpPr/>
        <p:nvPr/>
      </p:nvGrpSpPr>
      <p:grpSpPr>
        <a:xfrm>
          <a:off x="0" y="0"/>
          <a:ext cx="0" cy="0"/>
          <a:chOff x="0" y="0"/>
          <a:chExt cx="0" cy="0"/>
        </a:xfrm>
      </p:grpSpPr>
      <p:sp>
        <p:nvSpPr>
          <p:cNvPr id="917" name="Google Shape;917;p6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918" name="Shape 918"/>
        <p:cNvGrpSpPr/>
        <p:nvPr/>
      </p:nvGrpSpPr>
      <p:grpSpPr>
        <a:xfrm>
          <a:off x="0" y="0"/>
          <a:ext cx="0" cy="0"/>
          <a:chOff x="0" y="0"/>
          <a:chExt cx="0" cy="0"/>
        </a:xfrm>
      </p:grpSpPr>
      <p:sp>
        <p:nvSpPr>
          <p:cNvPr id="919" name="Google Shape;919;p62"/>
          <p:cNvSpPr/>
          <p:nvPr>
            <p:ph idx="2" type="pic"/>
          </p:nvPr>
        </p:nvSpPr>
        <p:spPr>
          <a:xfrm>
            <a:off x="3389600" y="118913"/>
            <a:ext cx="1643700" cy="1535100"/>
          </a:xfrm>
          <a:prstGeom prst="rect">
            <a:avLst/>
          </a:prstGeom>
          <a:noFill/>
          <a:ln>
            <a:noFill/>
          </a:ln>
        </p:spPr>
      </p:sp>
      <p:sp>
        <p:nvSpPr>
          <p:cNvPr id="920" name="Google Shape;920;p62"/>
          <p:cNvSpPr/>
          <p:nvPr>
            <p:ph idx="3" type="pic"/>
          </p:nvPr>
        </p:nvSpPr>
        <p:spPr>
          <a:xfrm>
            <a:off x="5195935" y="118913"/>
            <a:ext cx="1643700" cy="1535100"/>
          </a:xfrm>
          <a:prstGeom prst="rect">
            <a:avLst/>
          </a:prstGeom>
          <a:noFill/>
          <a:ln>
            <a:noFill/>
          </a:ln>
        </p:spPr>
      </p:sp>
      <p:sp>
        <p:nvSpPr>
          <p:cNvPr id="921" name="Google Shape;921;p62"/>
          <p:cNvSpPr/>
          <p:nvPr>
            <p:ph idx="4" type="pic"/>
          </p:nvPr>
        </p:nvSpPr>
        <p:spPr>
          <a:xfrm>
            <a:off x="7002270" y="118913"/>
            <a:ext cx="1643700" cy="1535100"/>
          </a:xfrm>
          <a:prstGeom prst="rect">
            <a:avLst/>
          </a:prstGeom>
          <a:noFill/>
          <a:ln>
            <a:noFill/>
          </a:ln>
        </p:spPr>
      </p:sp>
      <p:sp>
        <p:nvSpPr>
          <p:cNvPr id="922" name="Google Shape;922;p62"/>
          <p:cNvSpPr/>
          <p:nvPr>
            <p:ph idx="5" type="pic"/>
          </p:nvPr>
        </p:nvSpPr>
        <p:spPr>
          <a:xfrm>
            <a:off x="3389588" y="1804212"/>
            <a:ext cx="1643700" cy="1535100"/>
          </a:xfrm>
          <a:prstGeom prst="rect">
            <a:avLst/>
          </a:prstGeom>
          <a:noFill/>
          <a:ln>
            <a:noFill/>
          </a:ln>
        </p:spPr>
      </p:sp>
      <p:sp>
        <p:nvSpPr>
          <p:cNvPr id="923" name="Google Shape;923;p62"/>
          <p:cNvSpPr/>
          <p:nvPr>
            <p:ph idx="6" type="pic"/>
          </p:nvPr>
        </p:nvSpPr>
        <p:spPr>
          <a:xfrm>
            <a:off x="5195922" y="1804212"/>
            <a:ext cx="1643700" cy="1535100"/>
          </a:xfrm>
          <a:prstGeom prst="rect">
            <a:avLst/>
          </a:prstGeom>
          <a:noFill/>
          <a:ln>
            <a:noFill/>
          </a:ln>
        </p:spPr>
      </p:sp>
      <p:sp>
        <p:nvSpPr>
          <p:cNvPr id="924" name="Google Shape;924;p62"/>
          <p:cNvSpPr/>
          <p:nvPr>
            <p:ph idx="7" type="pic"/>
          </p:nvPr>
        </p:nvSpPr>
        <p:spPr>
          <a:xfrm>
            <a:off x="7002257" y="1804212"/>
            <a:ext cx="1643700" cy="1535100"/>
          </a:xfrm>
          <a:prstGeom prst="rect">
            <a:avLst/>
          </a:prstGeom>
          <a:noFill/>
          <a:ln>
            <a:noFill/>
          </a:ln>
        </p:spPr>
      </p:sp>
      <p:sp>
        <p:nvSpPr>
          <p:cNvPr id="925" name="Google Shape;925;p6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6" name="Google Shape;926;p62"/>
          <p:cNvSpPr/>
          <p:nvPr>
            <p:ph idx="8" type="pic"/>
          </p:nvPr>
        </p:nvSpPr>
        <p:spPr>
          <a:xfrm>
            <a:off x="3389588" y="3489487"/>
            <a:ext cx="1643700" cy="1535100"/>
          </a:xfrm>
          <a:prstGeom prst="rect">
            <a:avLst/>
          </a:prstGeom>
          <a:noFill/>
          <a:ln>
            <a:noFill/>
          </a:ln>
        </p:spPr>
      </p:sp>
      <p:sp>
        <p:nvSpPr>
          <p:cNvPr id="927" name="Google Shape;927;p62"/>
          <p:cNvSpPr/>
          <p:nvPr>
            <p:ph idx="9" type="pic"/>
          </p:nvPr>
        </p:nvSpPr>
        <p:spPr>
          <a:xfrm>
            <a:off x="5195922" y="3489487"/>
            <a:ext cx="1643700" cy="1535100"/>
          </a:xfrm>
          <a:prstGeom prst="rect">
            <a:avLst/>
          </a:prstGeom>
          <a:noFill/>
          <a:ln>
            <a:noFill/>
          </a:ln>
        </p:spPr>
      </p:sp>
      <p:sp>
        <p:nvSpPr>
          <p:cNvPr id="928" name="Google Shape;928;p6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0" Type="http://schemas.openxmlformats.org/officeDocument/2006/relationships/theme" Target="../theme/theme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52" name="Google Shape;52;p13"/>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53" name="Google Shape;53;p13"/>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8.xml"/><Relationship Id="rId3" Type="http://schemas.openxmlformats.org/officeDocument/2006/relationships/hyperlink" Target="https://fkie-cad.github.io/COMIDDS/content/datasets/flnet2023/" TargetMode="External"/><Relationship Id="rId4" Type="http://schemas.openxmlformats.org/officeDocument/2006/relationships/hyperlink" Target="https://colab.research.google.com/drive/147fRUwBCbiSsKXKJA5A8Bp4HE6uIkvEA?usp=sharing" TargetMode="External"/><Relationship Id="rId5" Type="http://schemas.openxmlformats.org/officeDocument/2006/relationships/hyperlink" Target="https://machinelearningmastery.com/data-leakage-machine-learning/" TargetMode="External"/><Relationship Id="rId6" Type="http://schemas.openxmlformats.org/officeDocument/2006/relationships/hyperlink" Target="https://journalofbigdata.springeropen.com/articles/10.1186/s40537-024-00886-w"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63"/>
          <p:cNvSpPr txBox="1"/>
          <p:nvPr>
            <p:ph idx="2" type="subTitle"/>
          </p:nvPr>
        </p:nvSpPr>
        <p:spPr>
          <a:xfrm>
            <a:off x="138475" y="228600"/>
            <a:ext cx="2164500" cy="640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Sora"/>
                <a:ea typeface="Sora"/>
                <a:cs typeface="Sora"/>
                <a:sym typeface="Sora"/>
              </a:rPr>
              <a:t>TEAM 5</a:t>
            </a:r>
            <a:endParaRPr sz="1100">
              <a:latin typeface="Sora"/>
              <a:ea typeface="Sora"/>
              <a:cs typeface="Sora"/>
              <a:sym typeface="Sora"/>
            </a:endParaRPr>
          </a:p>
          <a:p>
            <a:pPr indent="0" lvl="0" marL="0" rtl="0" algn="l">
              <a:lnSpc>
                <a:spcPct val="115000"/>
              </a:lnSpc>
              <a:spcBef>
                <a:spcPts val="0"/>
              </a:spcBef>
              <a:spcAft>
                <a:spcPts val="0"/>
              </a:spcAft>
              <a:buNone/>
            </a:pPr>
            <a:r>
              <a:rPr lang="en" sz="1100">
                <a:latin typeface="Sora"/>
                <a:ea typeface="Sora"/>
                <a:cs typeface="Sora"/>
                <a:sym typeface="Sora"/>
              </a:rPr>
              <a:t>Mid Term Presentation</a:t>
            </a:r>
            <a:endParaRPr sz="1100">
              <a:latin typeface="Sora"/>
              <a:ea typeface="Sora"/>
              <a:cs typeface="Sora"/>
              <a:sym typeface="Sora"/>
            </a:endParaRPr>
          </a:p>
          <a:p>
            <a:pPr indent="0" lvl="0" marL="0" rtl="0" algn="l">
              <a:spcBef>
                <a:spcPts val="0"/>
              </a:spcBef>
              <a:spcAft>
                <a:spcPts val="0"/>
              </a:spcAft>
              <a:buNone/>
            </a:pPr>
            <a:r>
              <a:rPr lang="en" sz="1100">
                <a:latin typeface="Sora"/>
                <a:ea typeface="Sora"/>
                <a:cs typeface="Sora"/>
                <a:sym typeface="Sora"/>
              </a:rPr>
              <a:t>CMPE 257 sec-02</a:t>
            </a:r>
            <a:endParaRPr sz="1100">
              <a:latin typeface="Sora"/>
              <a:ea typeface="Sora"/>
              <a:cs typeface="Sora"/>
              <a:sym typeface="Sora"/>
            </a:endParaRPr>
          </a:p>
        </p:txBody>
      </p:sp>
      <p:sp>
        <p:nvSpPr>
          <p:cNvPr id="934" name="Google Shape;934;p63"/>
          <p:cNvSpPr txBox="1"/>
          <p:nvPr>
            <p:ph type="title"/>
          </p:nvPr>
        </p:nvSpPr>
        <p:spPr>
          <a:xfrm>
            <a:off x="74600" y="2226475"/>
            <a:ext cx="5876700" cy="210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Network Intrusion Detection</a:t>
            </a:r>
            <a:endParaRPr>
              <a:solidFill>
                <a:schemeClr val="dk2"/>
              </a:solidFill>
            </a:endParaRPr>
          </a:p>
        </p:txBody>
      </p:sp>
      <p:sp>
        <p:nvSpPr>
          <p:cNvPr id="935" name="Google Shape;935;p63"/>
          <p:cNvSpPr txBox="1"/>
          <p:nvPr>
            <p:ph idx="1" type="subTitle"/>
          </p:nvPr>
        </p:nvSpPr>
        <p:spPr>
          <a:xfrm>
            <a:off x="130200" y="4577025"/>
            <a:ext cx="5561400" cy="45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100">
                <a:latin typeface="Sora"/>
                <a:ea typeface="Sora"/>
                <a:cs typeface="Sora"/>
                <a:sym typeface="Sora"/>
              </a:rPr>
              <a:t>Group Members -</a:t>
            </a:r>
            <a:r>
              <a:rPr lang="en">
                <a:latin typeface="Sora"/>
                <a:ea typeface="Sora"/>
                <a:cs typeface="Sora"/>
                <a:sym typeface="Sora"/>
              </a:rPr>
              <a:t> </a:t>
            </a:r>
            <a:r>
              <a:rPr lang="en">
                <a:latin typeface="Sora"/>
                <a:ea typeface="Sora"/>
                <a:cs typeface="Sora"/>
                <a:sym typeface="Sora"/>
              </a:rPr>
              <a:t>Eshan Chawla,  </a:t>
            </a:r>
            <a:r>
              <a:rPr lang="en">
                <a:latin typeface="Sora"/>
                <a:ea typeface="Sora"/>
                <a:cs typeface="Sora"/>
                <a:sym typeface="Sora"/>
              </a:rPr>
              <a:t>Aryan Dandwekar, </a:t>
            </a:r>
            <a:r>
              <a:rPr lang="en">
                <a:latin typeface="Sora"/>
                <a:ea typeface="Sora"/>
                <a:cs typeface="Sora"/>
                <a:sym typeface="Sora"/>
              </a:rPr>
              <a:t>Joao Lucas Veras</a:t>
            </a:r>
            <a:r>
              <a:rPr lang="en">
                <a:latin typeface="Sora"/>
                <a:ea typeface="Sora"/>
                <a:cs typeface="Sora"/>
                <a:sym typeface="Sora"/>
              </a:rPr>
              <a:t>, Uday Arora</a:t>
            </a:r>
            <a:endParaRPr>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64"/>
          <p:cNvSpPr txBox="1"/>
          <p:nvPr>
            <p:ph idx="3" type="title"/>
          </p:nvPr>
        </p:nvSpPr>
        <p:spPr>
          <a:xfrm>
            <a:off x="115025" y="471075"/>
            <a:ext cx="39417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Contents</a:t>
            </a:r>
            <a:endParaRPr/>
          </a:p>
        </p:txBody>
      </p:sp>
      <p:sp>
        <p:nvSpPr>
          <p:cNvPr id="941" name="Google Shape;941;p64"/>
          <p:cNvSpPr txBox="1"/>
          <p:nvPr>
            <p:ph idx="15" type="subTitle"/>
          </p:nvPr>
        </p:nvSpPr>
        <p:spPr>
          <a:xfrm>
            <a:off x="3905250" y="559600"/>
            <a:ext cx="4391400" cy="4190100"/>
          </a:xfrm>
          <a:prstGeom prst="rect">
            <a:avLst/>
          </a:prstGeom>
        </p:spPr>
        <p:txBody>
          <a:bodyPr anchorCtr="0" anchor="b" bIns="96625" lIns="0" spcFirstLastPara="1" rIns="96625" wrap="square" tIns="0">
            <a:noAutofit/>
          </a:bodyPr>
          <a:lstStyle/>
          <a:p>
            <a:pPr indent="-343772" lvl="0" marL="457200" rtl="0" algn="l">
              <a:lnSpc>
                <a:spcPct val="200000"/>
              </a:lnSpc>
              <a:spcBef>
                <a:spcPts val="0"/>
              </a:spcBef>
              <a:spcAft>
                <a:spcPts val="0"/>
              </a:spcAft>
              <a:buSzPts val="1814"/>
              <a:buAutoNum type="arabicPeriod"/>
            </a:pPr>
            <a:r>
              <a:rPr lang="en" sz="1813"/>
              <a:t>Introduction and Approach</a:t>
            </a:r>
            <a:endParaRPr sz="1813"/>
          </a:p>
          <a:p>
            <a:pPr indent="-343772" lvl="0" marL="457200" rtl="0" algn="l">
              <a:lnSpc>
                <a:spcPct val="200000"/>
              </a:lnSpc>
              <a:spcBef>
                <a:spcPts val="0"/>
              </a:spcBef>
              <a:spcAft>
                <a:spcPts val="0"/>
              </a:spcAft>
              <a:buSzPts val="1814"/>
              <a:buAutoNum type="arabicPeriod"/>
            </a:pPr>
            <a:r>
              <a:rPr lang="en" sz="1813"/>
              <a:t>Idea Background and Objectives</a:t>
            </a:r>
            <a:endParaRPr sz="1813"/>
          </a:p>
          <a:p>
            <a:pPr indent="-343772" lvl="0" marL="457200" rtl="0" algn="l">
              <a:lnSpc>
                <a:spcPct val="200000"/>
              </a:lnSpc>
              <a:spcBef>
                <a:spcPts val="0"/>
              </a:spcBef>
              <a:spcAft>
                <a:spcPts val="0"/>
              </a:spcAft>
              <a:buSzPts val="1814"/>
              <a:buAutoNum type="arabicPeriod"/>
            </a:pPr>
            <a:r>
              <a:rPr lang="en" sz="1813"/>
              <a:t>Feature engineering</a:t>
            </a:r>
            <a:endParaRPr sz="1813"/>
          </a:p>
          <a:p>
            <a:pPr indent="-343772" lvl="0" marL="457200" rtl="0" algn="l">
              <a:lnSpc>
                <a:spcPct val="200000"/>
              </a:lnSpc>
              <a:spcBef>
                <a:spcPts val="0"/>
              </a:spcBef>
              <a:spcAft>
                <a:spcPts val="0"/>
              </a:spcAft>
              <a:buSzPts val="1814"/>
              <a:buAutoNum type="arabicPeriod"/>
            </a:pPr>
            <a:r>
              <a:rPr lang="en" sz="1813"/>
              <a:t>Model Training and Evaluation</a:t>
            </a:r>
            <a:endParaRPr sz="1813"/>
          </a:p>
          <a:p>
            <a:pPr indent="-343772" lvl="0" marL="457200" rtl="0" algn="l">
              <a:lnSpc>
                <a:spcPct val="200000"/>
              </a:lnSpc>
              <a:spcBef>
                <a:spcPts val="0"/>
              </a:spcBef>
              <a:spcAft>
                <a:spcPts val="0"/>
              </a:spcAft>
              <a:buSzPts val="1814"/>
              <a:buAutoNum type="arabicPeriod"/>
            </a:pPr>
            <a:r>
              <a:rPr lang="en" sz="1813"/>
              <a:t>Future Work and Scope</a:t>
            </a:r>
            <a:endParaRPr sz="1813"/>
          </a:p>
          <a:p>
            <a:pPr indent="-343772" lvl="0" marL="457200" rtl="0" algn="l">
              <a:lnSpc>
                <a:spcPct val="200000"/>
              </a:lnSpc>
              <a:spcBef>
                <a:spcPts val="0"/>
              </a:spcBef>
              <a:spcAft>
                <a:spcPts val="0"/>
              </a:spcAft>
              <a:buSzPts val="1814"/>
              <a:buAutoNum type="arabicPeriod"/>
            </a:pPr>
            <a:r>
              <a:rPr lang="en" sz="1813"/>
              <a:t>QnA</a:t>
            </a:r>
            <a:endParaRPr sz="1813"/>
          </a:p>
          <a:p>
            <a:pPr indent="-343772" lvl="0" marL="457200" rtl="0" algn="l">
              <a:lnSpc>
                <a:spcPct val="200000"/>
              </a:lnSpc>
              <a:spcBef>
                <a:spcPts val="0"/>
              </a:spcBef>
              <a:spcAft>
                <a:spcPts val="0"/>
              </a:spcAft>
              <a:buSzPts val="1814"/>
              <a:buAutoNum type="arabicPeriod"/>
            </a:pPr>
            <a:r>
              <a:rPr lang="en" sz="1813"/>
              <a:t>References</a:t>
            </a:r>
            <a:endParaRPr sz="1813"/>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cxnSp>
        <p:nvCxnSpPr>
          <p:cNvPr id="946" name="Google Shape;946;p65"/>
          <p:cNvCxnSpPr/>
          <p:nvPr/>
        </p:nvCxnSpPr>
        <p:spPr>
          <a:xfrm>
            <a:off x="682863" y="3199025"/>
            <a:ext cx="7683000" cy="0"/>
          </a:xfrm>
          <a:prstGeom prst="straightConnector1">
            <a:avLst/>
          </a:prstGeom>
          <a:noFill/>
          <a:ln cap="flat" cmpd="sng" w="9525">
            <a:solidFill>
              <a:schemeClr val="accent5"/>
            </a:solidFill>
            <a:prstDash val="solid"/>
            <a:round/>
            <a:headEnd len="med" w="med" type="none"/>
            <a:tailEnd len="med" w="med" type="none"/>
          </a:ln>
        </p:spPr>
      </p:cxnSp>
      <p:sp>
        <p:nvSpPr>
          <p:cNvPr id="947" name="Google Shape;947;p65"/>
          <p:cNvSpPr/>
          <p:nvPr/>
        </p:nvSpPr>
        <p:spPr>
          <a:xfrm>
            <a:off x="2350300" y="3018426"/>
            <a:ext cx="361200" cy="361200"/>
          </a:xfrm>
          <a:prstGeom prst="ellipse">
            <a:avLst/>
          </a:prstGeom>
          <a:solidFill>
            <a:schemeClr val="accent3"/>
          </a:solidFill>
          <a:ln>
            <a:noFill/>
          </a:ln>
          <a:effectLst>
            <a:outerShdw blurRad="328613" rotWithShape="0" algn="bl" dir="2700000" dist="28575">
              <a:schemeClr val="accent3">
                <a:alpha val="56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8" name="Google Shape;948;p65"/>
          <p:cNvSpPr/>
          <p:nvPr/>
        </p:nvSpPr>
        <p:spPr>
          <a:xfrm>
            <a:off x="4215088" y="3018426"/>
            <a:ext cx="361200" cy="361200"/>
          </a:xfrm>
          <a:prstGeom prst="ellipse">
            <a:avLst/>
          </a:prstGeom>
          <a:solidFill>
            <a:schemeClr val="lt2"/>
          </a:solidFill>
          <a:ln>
            <a:noFill/>
          </a:ln>
          <a:effectLst>
            <a:outerShdw blurRad="342900" rotWithShape="0" algn="bl" dir="5400000" dist="38100">
              <a:schemeClr val="accent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9" name="Google Shape;949;p65"/>
          <p:cNvSpPr/>
          <p:nvPr/>
        </p:nvSpPr>
        <p:spPr>
          <a:xfrm>
            <a:off x="621400" y="3018426"/>
            <a:ext cx="361200" cy="361200"/>
          </a:xfrm>
          <a:prstGeom prst="ellipse">
            <a:avLst/>
          </a:prstGeom>
          <a:solidFill>
            <a:schemeClr val="accent4"/>
          </a:solidFill>
          <a:ln>
            <a:noFill/>
          </a:ln>
          <a:effectLst>
            <a:outerShdw blurRad="328613" rotWithShape="0" algn="bl" dir="2700000" dist="28575">
              <a:schemeClr val="accent4">
                <a:alpha val="56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0" name="Google Shape;950;p65"/>
          <p:cNvSpPr/>
          <p:nvPr/>
        </p:nvSpPr>
        <p:spPr>
          <a:xfrm>
            <a:off x="6089013" y="3018433"/>
            <a:ext cx="361200" cy="361200"/>
          </a:xfrm>
          <a:prstGeom prst="ellipse">
            <a:avLst/>
          </a:prstGeom>
          <a:solidFill>
            <a:schemeClr val="accent2"/>
          </a:solidFill>
          <a:ln>
            <a:noFill/>
          </a:ln>
          <a:effectLst>
            <a:outerShdw blurRad="485775" rotWithShape="0" algn="bl" dir="7800000" dist="76200">
              <a:schemeClr val="accent2">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1" name="Google Shape;951;p65"/>
          <p:cNvSpPr/>
          <p:nvPr/>
        </p:nvSpPr>
        <p:spPr>
          <a:xfrm>
            <a:off x="7730567" y="2785923"/>
            <a:ext cx="825900" cy="826200"/>
          </a:xfrm>
          <a:prstGeom prst="ellipse">
            <a:avLst/>
          </a:prstGeom>
          <a:solidFill>
            <a:schemeClr val="accent1"/>
          </a:solidFill>
          <a:ln>
            <a:noFill/>
          </a:ln>
          <a:effectLst>
            <a:outerShdw blurRad="342900" rotWithShape="0" algn="bl" dir="5400000" dist="38100">
              <a:schemeClr val="accent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2" name="Google Shape;952;p65"/>
          <p:cNvSpPr txBox="1"/>
          <p:nvPr>
            <p:ph idx="5" type="title"/>
          </p:nvPr>
        </p:nvSpPr>
        <p:spPr>
          <a:xfrm>
            <a:off x="389050" y="2553600"/>
            <a:ext cx="825900" cy="36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Step 1</a:t>
            </a:r>
            <a:endParaRPr/>
          </a:p>
        </p:txBody>
      </p:sp>
      <p:sp>
        <p:nvSpPr>
          <p:cNvPr id="953" name="Google Shape;953;p65"/>
          <p:cNvSpPr txBox="1"/>
          <p:nvPr>
            <p:ph idx="3" type="title"/>
          </p:nvPr>
        </p:nvSpPr>
        <p:spPr>
          <a:xfrm>
            <a:off x="2117950" y="2553600"/>
            <a:ext cx="825900" cy="36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Step 2</a:t>
            </a:r>
            <a:endParaRPr/>
          </a:p>
        </p:txBody>
      </p:sp>
      <p:sp>
        <p:nvSpPr>
          <p:cNvPr id="954" name="Google Shape;954;p65"/>
          <p:cNvSpPr txBox="1"/>
          <p:nvPr>
            <p:ph idx="4" type="title"/>
          </p:nvPr>
        </p:nvSpPr>
        <p:spPr>
          <a:xfrm>
            <a:off x="3987300" y="2553600"/>
            <a:ext cx="825900" cy="36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Step 3</a:t>
            </a:r>
            <a:endParaRPr/>
          </a:p>
        </p:txBody>
      </p:sp>
      <p:sp>
        <p:nvSpPr>
          <p:cNvPr id="955" name="Google Shape;955;p65"/>
          <p:cNvSpPr txBox="1"/>
          <p:nvPr>
            <p:ph idx="6" type="title"/>
          </p:nvPr>
        </p:nvSpPr>
        <p:spPr>
          <a:xfrm>
            <a:off x="5858938" y="2553600"/>
            <a:ext cx="825900" cy="36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Step 4</a:t>
            </a:r>
            <a:endParaRPr/>
          </a:p>
        </p:txBody>
      </p:sp>
      <p:sp>
        <p:nvSpPr>
          <p:cNvPr id="956" name="Google Shape;956;p65"/>
          <p:cNvSpPr txBox="1"/>
          <p:nvPr>
            <p:ph idx="7" type="title"/>
          </p:nvPr>
        </p:nvSpPr>
        <p:spPr>
          <a:xfrm>
            <a:off x="7730563" y="2319600"/>
            <a:ext cx="825900" cy="36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Goal</a:t>
            </a:r>
            <a:endParaRPr/>
          </a:p>
        </p:txBody>
      </p:sp>
      <p:sp>
        <p:nvSpPr>
          <p:cNvPr id="957" name="Google Shape;957;p65"/>
          <p:cNvSpPr txBox="1"/>
          <p:nvPr>
            <p:ph idx="1" type="body"/>
          </p:nvPr>
        </p:nvSpPr>
        <p:spPr>
          <a:xfrm>
            <a:off x="148300" y="3483250"/>
            <a:ext cx="1374600" cy="10563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en" sz="1400"/>
              <a:t>Topic and Dataset Finalisation</a:t>
            </a:r>
            <a:endParaRPr sz="1400"/>
          </a:p>
        </p:txBody>
      </p:sp>
      <p:sp>
        <p:nvSpPr>
          <p:cNvPr id="958" name="Google Shape;958;p65"/>
          <p:cNvSpPr txBox="1"/>
          <p:nvPr>
            <p:ph type="title"/>
          </p:nvPr>
        </p:nvSpPr>
        <p:spPr>
          <a:xfrm>
            <a:off x="115025" y="502775"/>
            <a:ext cx="58290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Project roadmap</a:t>
            </a:r>
            <a:endParaRPr/>
          </a:p>
        </p:txBody>
      </p:sp>
      <p:sp>
        <p:nvSpPr>
          <p:cNvPr id="959" name="Google Shape;959;p65"/>
          <p:cNvSpPr txBox="1"/>
          <p:nvPr>
            <p:ph idx="8" type="body"/>
          </p:nvPr>
        </p:nvSpPr>
        <p:spPr>
          <a:xfrm>
            <a:off x="3601450" y="3483250"/>
            <a:ext cx="1579500" cy="1056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400"/>
              <a:t>Model Training and Benchmarking</a:t>
            </a:r>
            <a:endParaRPr sz="1400"/>
          </a:p>
        </p:txBody>
      </p:sp>
      <p:sp>
        <p:nvSpPr>
          <p:cNvPr id="960" name="Google Shape;960;p65"/>
          <p:cNvSpPr txBox="1"/>
          <p:nvPr>
            <p:ph idx="9" type="body"/>
          </p:nvPr>
        </p:nvSpPr>
        <p:spPr>
          <a:xfrm>
            <a:off x="5565675" y="3483250"/>
            <a:ext cx="1487700" cy="1056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400"/>
              <a:t>Testing and Inference of system</a:t>
            </a:r>
            <a:endParaRPr sz="1400"/>
          </a:p>
        </p:txBody>
      </p:sp>
      <p:sp>
        <p:nvSpPr>
          <p:cNvPr id="961" name="Google Shape;961;p65"/>
          <p:cNvSpPr txBox="1"/>
          <p:nvPr>
            <p:ph idx="14" type="body"/>
          </p:nvPr>
        </p:nvSpPr>
        <p:spPr>
          <a:xfrm>
            <a:off x="1842125" y="3483250"/>
            <a:ext cx="1374600" cy="1056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400"/>
              <a:t>Data Cleaning and Feature Engineering</a:t>
            </a:r>
            <a:endParaRPr sz="1400"/>
          </a:p>
        </p:txBody>
      </p:sp>
      <p:sp>
        <p:nvSpPr>
          <p:cNvPr id="962" name="Google Shape;962;p65"/>
          <p:cNvSpPr/>
          <p:nvPr/>
        </p:nvSpPr>
        <p:spPr>
          <a:xfrm rot="5400000">
            <a:off x="3941550" y="1889100"/>
            <a:ext cx="917400" cy="411600"/>
          </a:xfrm>
          <a:prstGeom prst="right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
        <p:nvSpPr>
          <p:cNvPr id="963" name="Google Shape;963;p65"/>
          <p:cNvSpPr txBox="1"/>
          <p:nvPr>
            <p:ph idx="9" type="body"/>
          </p:nvPr>
        </p:nvSpPr>
        <p:spPr>
          <a:xfrm>
            <a:off x="7438100" y="3717250"/>
            <a:ext cx="1487700" cy="105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t>Publishing work on Github </a:t>
            </a:r>
            <a:endParaRPr sz="1400"/>
          </a:p>
          <a:p>
            <a:pPr indent="0" lvl="0" marL="0" rtl="0" algn="ctr">
              <a:spcBef>
                <a:spcPts val="0"/>
              </a:spcBef>
              <a:spcAft>
                <a:spcPts val="0"/>
              </a:spcAft>
              <a:buNone/>
            </a:pPr>
            <a:r>
              <a:rPr lang="en" sz="1400"/>
              <a:t>(Open Source)</a:t>
            </a:r>
            <a:endParaRPr sz="1400"/>
          </a:p>
          <a:p>
            <a:pPr indent="0" lvl="0" marL="0" rtl="0" algn="ctr">
              <a:spcBef>
                <a:spcPts val="0"/>
              </a:spcBef>
              <a:spcAft>
                <a:spcPts val="0"/>
              </a:spcAft>
              <a:buNone/>
            </a:pPr>
            <a:r>
              <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66"/>
          <p:cNvSpPr txBox="1"/>
          <p:nvPr/>
        </p:nvSpPr>
        <p:spPr>
          <a:xfrm>
            <a:off x="1265850" y="2120550"/>
            <a:ext cx="6612300" cy="90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Sora"/>
                <a:ea typeface="Sora"/>
                <a:cs typeface="Sora"/>
                <a:sym typeface="Sora"/>
              </a:rPr>
              <a:t>Idea Background and Objectives</a:t>
            </a:r>
            <a:endParaRPr sz="3000">
              <a:solidFill>
                <a:schemeClr val="dk1"/>
              </a:solidFill>
              <a:latin typeface="Sora"/>
              <a:ea typeface="Sora"/>
              <a:cs typeface="Sora"/>
              <a:sym typeface="S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67"/>
          <p:cNvSpPr txBox="1"/>
          <p:nvPr>
            <p:ph type="title"/>
          </p:nvPr>
        </p:nvSpPr>
        <p:spPr>
          <a:xfrm>
            <a:off x="96025" y="1206300"/>
            <a:ext cx="6507000" cy="129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price of data security ?</a:t>
            </a:r>
            <a:endParaRPr/>
          </a:p>
          <a:p>
            <a:pPr indent="0" lvl="0" marL="0" rtl="0" algn="l">
              <a:spcBef>
                <a:spcPts val="0"/>
              </a:spcBef>
              <a:spcAft>
                <a:spcPts val="0"/>
              </a:spcAft>
              <a:buNone/>
            </a:pPr>
            <a:r>
              <a:t/>
            </a:r>
            <a:endParaRPr/>
          </a:p>
        </p:txBody>
      </p:sp>
      <p:sp>
        <p:nvSpPr>
          <p:cNvPr id="974" name="Google Shape;974;p67"/>
          <p:cNvSpPr txBox="1"/>
          <p:nvPr>
            <p:ph idx="1" type="subTitle"/>
          </p:nvPr>
        </p:nvSpPr>
        <p:spPr>
          <a:xfrm>
            <a:off x="115025" y="2420950"/>
            <a:ext cx="5171400" cy="263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500"/>
              <a:t>Need of ML ?</a:t>
            </a:r>
            <a:endParaRPr b="1" sz="1500"/>
          </a:p>
          <a:p>
            <a:pPr indent="0" lvl="0" marL="0" rtl="0" algn="l">
              <a:spcBef>
                <a:spcPts val="1000"/>
              </a:spcBef>
              <a:spcAft>
                <a:spcPts val="0"/>
              </a:spcAft>
              <a:buNone/>
            </a:pPr>
            <a:r>
              <a:rPr lang="en" sz="1500">
                <a:latin typeface="Sora Light"/>
                <a:ea typeface="Sora Light"/>
                <a:cs typeface="Sora Light"/>
                <a:sym typeface="Sora Light"/>
              </a:rPr>
              <a:t>We want to build an machine learning system that detects attacks to an restricted network to avoid unauthorised access of proprietary data.</a:t>
            </a:r>
            <a:endParaRPr sz="1500">
              <a:latin typeface="Sora Light"/>
              <a:ea typeface="Sora Light"/>
              <a:cs typeface="Sora Light"/>
              <a:sym typeface="Sora Light"/>
            </a:endParaRPr>
          </a:p>
          <a:p>
            <a:pPr indent="0" lvl="0" marL="0" rtl="0" algn="l">
              <a:spcBef>
                <a:spcPts val="1000"/>
              </a:spcBef>
              <a:spcAft>
                <a:spcPts val="1000"/>
              </a:spcAft>
              <a:buNone/>
            </a:pPr>
            <a:r>
              <a:rPr lang="en" sz="1500">
                <a:latin typeface="Sora Light"/>
                <a:ea typeface="Sora Light"/>
                <a:cs typeface="Sora Light"/>
                <a:sym typeface="Sora Light"/>
              </a:rPr>
              <a:t>To do this we need and Network Intrusion Detection System which helps identify anomalies in network for threat detection</a:t>
            </a:r>
            <a:endParaRPr sz="1500">
              <a:latin typeface="Sora Light"/>
              <a:ea typeface="Sora Light"/>
              <a:cs typeface="Sora Light"/>
              <a:sym typeface="Sora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68"/>
          <p:cNvSpPr txBox="1"/>
          <p:nvPr>
            <p:ph idx="3" type="title"/>
          </p:nvPr>
        </p:nvSpPr>
        <p:spPr>
          <a:xfrm>
            <a:off x="115070" y="1619250"/>
            <a:ext cx="1840800" cy="640200"/>
          </a:xfrm>
          <a:prstGeom prst="rect">
            <a:avLst/>
          </a:prstGeom>
        </p:spPr>
        <p:txBody>
          <a:bodyPr anchorCtr="0" anchor="t" bIns="91750" lIns="91750" spcFirstLastPara="1" rIns="91750" wrap="square" tIns="91750">
            <a:noAutofit/>
          </a:bodyPr>
          <a:lstStyle/>
          <a:p>
            <a:pPr indent="0" lvl="0" marL="0" marR="0" rtl="0" algn="l">
              <a:lnSpc>
                <a:spcPct val="90000"/>
              </a:lnSpc>
              <a:spcBef>
                <a:spcPts val="0"/>
              </a:spcBef>
              <a:spcAft>
                <a:spcPts val="0"/>
              </a:spcAft>
              <a:buNone/>
            </a:pPr>
            <a:r>
              <a:rPr lang="en" sz="1404"/>
              <a:t>Dos / DDos</a:t>
            </a:r>
            <a:endParaRPr sz="1404"/>
          </a:p>
        </p:txBody>
      </p:sp>
      <p:sp>
        <p:nvSpPr>
          <p:cNvPr id="980" name="Google Shape;980;p68"/>
          <p:cNvSpPr txBox="1"/>
          <p:nvPr>
            <p:ph idx="5" type="title"/>
          </p:nvPr>
        </p:nvSpPr>
        <p:spPr>
          <a:xfrm>
            <a:off x="5186901" y="1619250"/>
            <a:ext cx="2469300" cy="640200"/>
          </a:xfrm>
          <a:prstGeom prst="rect">
            <a:avLst/>
          </a:prstGeom>
        </p:spPr>
        <p:txBody>
          <a:bodyPr anchorCtr="0" anchor="t" bIns="91750" lIns="91750" spcFirstLastPara="1" rIns="91750" wrap="square" tIns="91750">
            <a:noAutofit/>
          </a:bodyPr>
          <a:lstStyle/>
          <a:p>
            <a:pPr indent="0" lvl="0" marL="0" rtl="0" algn="l">
              <a:spcBef>
                <a:spcPts val="0"/>
              </a:spcBef>
              <a:spcAft>
                <a:spcPts val="0"/>
              </a:spcAft>
              <a:buNone/>
            </a:pPr>
            <a:r>
              <a:rPr lang="en" sz="1404"/>
              <a:t>XSS  (Cross Site Scripting)</a:t>
            </a:r>
            <a:endParaRPr sz="1404"/>
          </a:p>
        </p:txBody>
      </p:sp>
      <p:sp>
        <p:nvSpPr>
          <p:cNvPr id="981" name="Google Shape;981;p68"/>
          <p:cNvSpPr txBox="1"/>
          <p:nvPr>
            <p:ph idx="2" type="title"/>
          </p:nvPr>
        </p:nvSpPr>
        <p:spPr>
          <a:xfrm>
            <a:off x="115025" y="502775"/>
            <a:ext cx="60555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Types of Attacks</a:t>
            </a:r>
            <a:endParaRPr/>
          </a:p>
        </p:txBody>
      </p:sp>
      <p:sp>
        <p:nvSpPr>
          <p:cNvPr id="982" name="Google Shape;982;p68"/>
          <p:cNvSpPr txBox="1"/>
          <p:nvPr>
            <p:ph idx="4" type="title"/>
          </p:nvPr>
        </p:nvSpPr>
        <p:spPr>
          <a:xfrm>
            <a:off x="2643046" y="1619250"/>
            <a:ext cx="1840800" cy="640200"/>
          </a:xfrm>
          <a:prstGeom prst="rect">
            <a:avLst/>
          </a:prstGeom>
        </p:spPr>
        <p:txBody>
          <a:bodyPr anchorCtr="0" anchor="t" bIns="91750" lIns="91750" spcFirstLastPara="1" rIns="91750" wrap="square" tIns="91750">
            <a:noAutofit/>
          </a:bodyPr>
          <a:lstStyle/>
          <a:p>
            <a:pPr indent="0" lvl="0" marL="0" rtl="0" algn="l">
              <a:spcBef>
                <a:spcPts val="0"/>
              </a:spcBef>
              <a:spcAft>
                <a:spcPts val="0"/>
              </a:spcAft>
              <a:buNone/>
            </a:pPr>
            <a:r>
              <a:rPr lang="en" sz="1404"/>
              <a:t>SQL Injection</a:t>
            </a:r>
            <a:endParaRPr sz="1404"/>
          </a:p>
        </p:txBody>
      </p:sp>
      <p:sp>
        <p:nvSpPr>
          <p:cNvPr id="983" name="Google Shape;983;p68"/>
          <p:cNvSpPr txBox="1"/>
          <p:nvPr>
            <p:ph idx="1" type="body"/>
          </p:nvPr>
        </p:nvSpPr>
        <p:spPr>
          <a:xfrm>
            <a:off x="102050" y="2259664"/>
            <a:ext cx="1840800" cy="2346000"/>
          </a:xfrm>
          <a:prstGeom prst="rect">
            <a:avLst/>
          </a:prstGeom>
        </p:spPr>
        <p:txBody>
          <a:bodyPr anchorCtr="0" anchor="t" bIns="91750" lIns="91750" spcFirstLastPara="1" rIns="91750" wrap="square" tIns="91750">
            <a:normAutofit/>
          </a:bodyPr>
          <a:lstStyle/>
          <a:p>
            <a:pPr indent="0" lvl="0" marL="0" rtl="0" algn="l">
              <a:lnSpc>
                <a:spcPct val="90000"/>
              </a:lnSpc>
              <a:spcBef>
                <a:spcPts val="0"/>
              </a:spcBef>
              <a:spcAft>
                <a:spcPts val="0"/>
              </a:spcAft>
              <a:buNone/>
            </a:pPr>
            <a:r>
              <a:rPr lang="en" sz="1103"/>
              <a:t>M</a:t>
            </a:r>
            <a:r>
              <a:rPr lang="en" sz="1103"/>
              <a:t>alicious</a:t>
            </a:r>
            <a:r>
              <a:rPr lang="en" sz="1103"/>
              <a:t> users try to </a:t>
            </a:r>
            <a:r>
              <a:rPr lang="en" sz="1103"/>
              <a:t>overwhelm</a:t>
            </a:r>
            <a:r>
              <a:rPr lang="en" sz="1103"/>
              <a:t> our servers by sending an </a:t>
            </a:r>
            <a:r>
              <a:rPr lang="en" sz="1103"/>
              <a:t>enormous</a:t>
            </a:r>
            <a:r>
              <a:rPr lang="en" sz="1103"/>
              <a:t> number of requests so that the real users suffer.</a:t>
            </a:r>
            <a:endParaRPr sz="1103"/>
          </a:p>
          <a:p>
            <a:pPr indent="0" lvl="0" marL="0" rtl="0" algn="l">
              <a:lnSpc>
                <a:spcPct val="90000"/>
              </a:lnSpc>
              <a:spcBef>
                <a:spcPts val="0"/>
              </a:spcBef>
              <a:spcAft>
                <a:spcPts val="0"/>
              </a:spcAft>
              <a:buNone/>
            </a:pPr>
            <a:r>
              <a:t/>
            </a:r>
            <a:endParaRPr sz="1103"/>
          </a:p>
          <a:p>
            <a:pPr indent="0" lvl="0" marL="0" rtl="0" algn="l">
              <a:lnSpc>
                <a:spcPct val="90000"/>
              </a:lnSpc>
              <a:spcBef>
                <a:spcPts val="0"/>
              </a:spcBef>
              <a:spcAft>
                <a:spcPts val="0"/>
              </a:spcAft>
              <a:buNone/>
            </a:pPr>
            <a:r>
              <a:rPr lang="en" sz="1103"/>
              <a:t>This is a very common vulnerability as exposed endpoints with no rate limiting of resource intensive operations can cost money.</a:t>
            </a:r>
            <a:endParaRPr sz="1103"/>
          </a:p>
        </p:txBody>
      </p:sp>
      <p:cxnSp>
        <p:nvCxnSpPr>
          <p:cNvPr id="984" name="Google Shape;984;p68"/>
          <p:cNvCxnSpPr/>
          <p:nvPr/>
        </p:nvCxnSpPr>
        <p:spPr>
          <a:xfrm rot="5400000">
            <a:off x="3301748" y="3151500"/>
            <a:ext cx="3064500" cy="0"/>
          </a:xfrm>
          <a:prstGeom prst="straightConnector1">
            <a:avLst/>
          </a:prstGeom>
          <a:noFill/>
          <a:ln cap="flat" cmpd="sng" w="19125">
            <a:solidFill>
              <a:schemeClr val="accent5"/>
            </a:solidFill>
            <a:prstDash val="solid"/>
            <a:round/>
            <a:headEnd len="med" w="med" type="none"/>
            <a:tailEnd len="med" w="med" type="none"/>
          </a:ln>
        </p:spPr>
      </p:cxnSp>
      <p:cxnSp>
        <p:nvCxnSpPr>
          <p:cNvPr id="985" name="Google Shape;985;p68"/>
          <p:cNvCxnSpPr/>
          <p:nvPr/>
        </p:nvCxnSpPr>
        <p:spPr>
          <a:xfrm rot="5400000">
            <a:off x="760752" y="3151500"/>
            <a:ext cx="3064500" cy="0"/>
          </a:xfrm>
          <a:prstGeom prst="straightConnector1">
            <a:avLst/>
          </a:prstGeom>
          <a:noFill/>
          <a:ln cap="flat" cmpd="sng" w="19125">
            <a:solidFill>
              <a:schemeClr val="accent5"/>
            </a:solidFill>
            <a:prstDash val="solid"/>
            <a:round/>
            <a:headEnd len="med" w="med" type="none"/>
            <a:tailEnd len="med" w="med" type="none"/>
          </a:ln>
        </p:spPr>
      </p:cxnSp>
      <p:sp>
        <p:nvSpPr>
          <p:cNvPr id="986" name="Google Shape;986;p68"/>
          <p:cNvSpPr txBox="1"/>
          <p:nvPr>
            <p:ph idx="1" type="body"/>
          </p:nvPr>
        </p:nvSpPr>
        <p:spPr>
          <a:xfrm>
            <a:off x="5184141" y="2259667"/>
            <a:ext cx="1840800" cy="2346000"/>
          </a:xfrm>
          <a:prstGeom prst="rect">
            <a:avLst/>
          </a:prstGeom>
        </p:spPr>
        <p:txBody>
          <a:bodyPr anchorCtr="0" anchor="t" bIns="91750" lIns="91750" spcFirstLastPara="1" rIns="91750" wrap="square" tIns="91750">
            <a:normAutofit/>
          </a:bodyPr>
          <a:lstStyle/>
          <a:p>
            <a:pPr indent="0" lvl="0" marL="0" rtl="0" algn="l">
              <a:lnSpc>
                <a:spcPct val="90000"/>
              </a:lnSpc>
              <a:spcBef>
                <a:spcPts val="0"/>
              </a:spcBef>
              <a:spcAft>
                <a:spcPts val="0"/>
              </a:spcAft>
              <a:buNone/>
            </a:pPr>
            <a:r>
              <a:rPr lang="en" sz="1103"/>
              <a:t>Attacker impersonates the server to run malicious scripts in the users browser to steal data, </a:t>
            </a:r>
            <a:r>
              <a:rPr lang="en" sz="1103"/>
              <a:t>retrieve</a:t>
            </a:r>
            <a:r>
              <a:rPr lang="en" sz="1103"/>
              <a:t> session tokens.</a:t>
            </a:r>
            <a:endParaRPr sz="1103"/>
          </a:p>
          <a:p>
            <a:pPr indent="0" lvl="0" marL="0" rtl="0" algn="l">
              <a:lnSpc>
                <a:spcPct val="90000"/>
              </a:lnSpc>
              <a:spcBef>
                <a:spcPts val="0"/>
              </a:spcBef>
              <a:spcAft>
                <a:spcPts val="0"/>
              </a:spcAft>
              <a:buNone/>
            </a:pPr>
            <a:r>
              <a:t/>
            </a:r>
            <a:endParaRPr sz="1103"/>
          </a:p>
          <a:p>
            <a:pPr indent="0" lvl="0" marL="0" rtl="0" algn="l">
              <a:lnSpc>
                <a:spcPct val="90000"/>
              </a:lnSpc>
              <a:spcBef>
                <a:spcPts val="0"/>
              </a:spcBef>
              <a:spcAft>
                <a:spcPts val="0"/>
              </a:spcAft>
              <a:buNone/>
            </a:pPr>
            <a:r>
              <a:rPr lang="en" sz="1103"/>
              <a:t>This is a very difficult attack to detect as for the server it is very difficult to know the exact state of the users system.</a:t>
            </a:r>
            <a:endParaRPr sz="1103"/>
          </a:p>
        </p:txBody>
      </p:sp>
      <p:sp>
        <p:nvSpPr>
          <p:cNvPr id="987" name="Google Shape;987;p68"/>
          <p:cNvSpPr txBox="1"/>
          <p:nvPr>
            <p:ph idx="1" type="body"/>
          </p:nvPr>
        </p:nvSpPr>
        <p:spPr>
          <a:xfrm>
            <a:off x="2643046" y="2259664"/>
            <a:ext cx="1840800" cy="2346000"/>
          </a:xfrm>
          <a:prstGeom prst="rect">
            <a:avLst/>
          </a:prstGeom>
        </p:spPr>
        <p:txBody>
          <a:bodyPr anchorCtr="0" anchor="t" bIns="91750" lIns="91750" spcFirstLastPara="1" rIns="91750" wrap="square" tIns="91750">
            <a:normAutofit/>
          </a:bodyPr>
          <a:lstStyle/>
          <a:p>
            <a:pPr indent="0" lvl="0" marL="0" rtl="0" algn="l">
              <a:lnSpc>
                <a:spcPct val="90000"/>
              </a:lnSpc>
              <a:spcBef>
                <a:spcPts val="0"/>
              </a:spcBef>
              <a:spcAft>
                <a:spcPts val="0"/>
              </a:spcAft>
              <a:buNone/>
            </a:pPr>
            <a:r>
              <a:rPr lang="en" sz="1103"/>
              <a:t>Here an attacker impersonates SQL in the response to the website which gets executed at the server</a:t>
            </a:r>
            <a:endParaRPr sz="1103"/>
          </a:p>
          <a:p>
            <a:pPr indent="0" lvl="0" marL="0" rtl="0" algn="l">
              <a:lnSpc>
                <a:spcPct val="90000"/>
              </a:lnSpc>
              <a:spcBef>
                <a:spcPts val="0"/>
              </a:spcBef>
              <a:spcAft>
                <a:spcPts val="0"/>
              </a:spcAft>
              <a:buNone/>
            </a:pPr>
            <a:r>
              <a:t/>
            </a:r>
            <a:endParaRPr sz="1103"/>
          </a:p>
          <a:p>
            <a:pPr indent="0" lvl="0" marL="0" rtl="0" algn="l">
              <a:lnSpc>
                <a:spcPct val="90000"/>
              </a:lnSpc>
              <a:spcBef>
                <a:spcPts val="0"/>
              </a:spcBef>
              <a:spcAft>
                <a:spcPts val="0"/>
              </a:spcAft>
              <a:buNone/>
            </a:pPr>
            <a:r>
              <a:rPr lang="en" sz="1103"/>
              <a:t>This is a developer side vulnerability which can be avoided if you use good ORM’s and modern frameworks.</a:t>
            </a:r>
            <a:endParaRPr sz="1103"/>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69"/>
          <p:cNvSpPr txBox="1"/>
          <p:nvPr/>
        </p:nvSpPr>
        <p:spPr>
          <a:xfrm>
            <a:off x="1884900" y="2120550"/>
            <a:ext cx="5374200" cy="90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Sora"/>
                <a:ea typeface="Sora"/>
                <a:cs typeface="Sora"/>
                <a:sym typeface="Sora"/>
              </a:rPr>
              <a:t>Work/Analysis done so far</a:t>
            </a:r>
            <a:endParaRPr sz="3000">
              <a:solidFill>
                <a:schemeClr val="dk1"/>
              </a:solidFill>
              <a:latin typeface="Sora"/>
              <a:ea typeface="Sora"/>
              <a:cs typeface="Sora"/>
              <a:sym typeface="Sor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70"/>
          <p:cNvSpPr txBox="1"/>
          <p:nvPr>
            <p:ph type="title"/>
          </p:nvPr>
        </p:nvSpPr>
        <p:spPr>
          <a:xfrm>
            <a:off x="311700" y="1973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 of FLNet 2023 Dataset</a:t>
            </a:r>
            <a:endParaRPr/>
          </a:p>
        </p:txBody>
      </p:sp>
      <p:sp>
        <p:nvSpPr>
          <p:cNvPr id="998" name="Google Shape;998;p70"/>
          <p:cNvSpPr txBox="1"/>
          <p:nvPr>
            <p:ph idx="1" type="body"/>
          </p:nvPr>
        </p:nvSpPr>
        <p:spPr>
          <a:xfrm>
            <a:off x="253200" y="882100"/>
            <a:ext cx="4153200" cy="24153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sz="1400"/>
              <a:t>Generated by the Fraunhofer Institute for Communication, Information Processing and Ergonomics (FKIE)</a:t>
            </a:r>
            <a:endParaRPr sz="1400"/>
          </a:p>
          <a:p>
            <a:pPr indent="0" lvl="0" marL="457200" rtl="0" algn="l">
              <a:lnSpc>
                <a:spcPct val="115000"/>
              </a:lnSpc>
              <a:spcBef>
                <a:spcPts val="0"/>
              </a:spcBef>
              <a:spcAft>
                <a:spcPts val="0"/>
              </a:spcAft>
              <a:buNone/>
            </a:pPr>
            <a:r>
              <a:t/>
            </a:r>
            <a:endParaRPr sz="1400"/>
          </a:p>
          <a:p>
            <a:pPr indent="-317500" lvl="0" marL="457200" rtl="0" algn="l">
              <a:lnSpc>
                <a:spcPct val="115000"/>
              </a:lnSpc>
              <a:spcBef>
                <a:spcPts val="0"/>
              </a:spcBef>
              <a:spcAft>
                <a:spcPts val="0"/>
              </a:spcAft>
              <a:buSzPts val="1400"/>
              <a:buChar char="●"/>
            </a:pPr>
            <a:r>
              <a:rPr lang="en" sz="1400"/>
              <a:t>Data was captured using a CORE-emulated environment</a:t>
            </a:r>
            <a:endParaRPr sz="1400"/>
          </a:p>
          <a:p>
            <a:pPr indent="-317500" lvl="1" marL="914400" rtl="0" algn="l">
              <a:lnSpc>
                <a:spcPct val="115000"/>
              </a:lnSpc>
              <a:spcBef>
                <a:spcPts val="0"/>
              </a:spcBef>
              <a:spcAft>
                <a:spcPts val="0"/>
              </a:spcAft>
              <a:buSzPts val="1400"/>
              <a:buChar char="○"/>
            </a:pPr>
            <a:r>
              <a:rPr lang="en" sz="1400"/>
              <a:t>Simulates large-scale ISP network that provides realistic and complex traffic patterns</a:t>
            </a:r>
            <a:endParaRPr sz="1400"/>
          </a:p>
        </p:txBody>
      </p:sp>
      <p:sp>
        <p:nvSpPr>
          <p:cNvPr id="999" name="Google Shape;999;p70"/>
          <p:cNvSpPr txBox="1"/>
          <p:nvPr>
            <p:ph idx="1" type="body"/>
          </p:nvPr>
        </p:nvSpPr>
        <p:spPr>
          <a:xfrm>
            <a:off x="4394400" y="770050"/>
            <a:ext cx="4816800" cy="26394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sz="1400"/>
              <a:t>Dataset size</a:t>
            </a:r>
            <a:endParaRPr sz="1400"/>
          </a:p>
          <a:p>
            <a:pPr indent="-317500" lvl="1" marL="914400" rtl="0" algn="l">
              <a:lnSpc>
                <a:spcPct val="115000"/>
              </a:lnSpc>
              <a:spcBef>
                <a:spcPts val="0"/>
              </a:spcBef>
              <a:spcAft>
                <a:spcPts val="0"/>
              </a:spcAft>
              <a:buSzPts val="1400"/>
              <a:buChar char="○"/>
            </a:pPr>
            <a:r>
              <a:rPr lang="en" sz="1400"/>
              <a:t>82 flow-based features</a:t>
            </a:r>
            <a:endParaRPr sz="1400"/>
          </a:p>
          <a:p>
            <a:pPr indent="-317500" lvl="1" marL="914400" rtl="0" algn="l">
              <a:lnSpc>
                <a:spcPct val="115000"/>
              </a:lnSpc>
              <a:spcBef>
                <a:spcPts val="0"/>
              </a:spcBef>
              <a:spcAft>
                <a:spcPts val="0"/>
              </a:spcAft>
              <a:buSzPts val="1400"/>
              <a:buChar char="○"/>
            </a:pPr>
            <a:r>
              <a:rPr lang="en" sz="1400"/>
              <a:t>3,653,136 records</a:t>
            </a:r>
            <a:endParaRPr sz="1400"/>
          </a:p>
          <a:p>
            <a:pPr indent="0" lvl="0" marL="0" rtl="0" algn="l">
              <a:lnSpc>
                <a:spcPct val="115000"/>
              </a:lnSpc>
              <a:spcBef>
                <a:spcPts val="0"/>
              </a:spcBef>
              <a:spcAft>
                <a:spcPts val="0"/>
              </a:spcAft>
              <a:buNone/>
            </a:pPr>
            <a:r>
              <a:t/>
            </a:r>
            <a:endParaRPr sz="1400"/>
          </a:p>
          <a:p>
            <a:pPr indent="-317500" lvl="0" marL="457200" rtl="0" algn="l">
              <a:lnSpc>
                <a:spcPct val="115000"/>
              </a:lnSpc>
              <a:spcBef>
                <a:spcPts val="0"/>
              </a:spcBef>
              <a:spcAft>
                <a:spcPts val="0"/>
              </a:spcAft>
              <a:buSzPts val="1400"/>
              <a:buChar char="●"/>
            </a:pPr>
            <a:r>
              <a:rPr lang="en" sz="1400"/>
              <a:t>Traffic Types</a:t>
            </a:r>
            <a:endParaRPr sz="1400"/>
          </a:p>
          <a:p>
            <a:pPr indent="-317500" lvl="1" marL="914400" rtl="0" algn="l">
              <a:lnSpc>
                <a:spcPct val="115000"/>
              </a:lnSpc>
              <a:spcBef>
                <a:spcPts val="0"/>
              </a:spcBef>
              <a:spcAft>
                <a:spcPts val="0"/>
              </a:spcAft>
              <a:buSzPts val="1400"/>
              <a:buChar char="○"/>
            </a:pPr>
            <a:r>
              <a:rPr lang="en" sz="1400"/>
              <a:t>Includes both benign traffic and wide range of attacks</a:t>
            </a:r>
            <a:endParaRPr sz="1400"/>
          </a:p>
          <a:p>
            <a:pPr indent="-317500" lvl="2" marL="1371600" rtl="0" algn="l">
              <a:lnSpc>
                <a:spcPct val="115000"/>
              </a:lnSpc>
              <a:spcBef>
                <a:spcPts val="0"/>
              </a:spcBef>
              <a:spcAft>
                <a:spcPts val="0"/>
              </a:spcAft>
              <a:buSzPts val="1400"/>
              <a:buChar char="■"/>
            </a:pPr>
            <a:r>
              <a:rPr lang="en" sz="1400"/>
              <a:t>DoS and DDoS</a:t>
            </a:r>
            <a:endParaRPr sz="1400"/>
          </a:p>
          <a:p>
            <a:pPr indent="-317500" lvl="2" marL="1371600" rtl="0" algn="l">
              <a:lnSpc>
                <a:spcPct val="115000"/>
              </a:lnSpc>
              <a:spcBef>
                <a:spcPts val="0"/>
              </a:spcBef>
              <a:spcAft>
                <a:spcPts val="0"/>
              </a:spcAft>
              <a:buSzPts val="1400"/>
              <a:buChar char="■"/>
            </a:pPr>
            <a:r>
              <a:rPr lang="en" sz="1400"/>
              <a:t>Web Attacks (XSS, SQLi, Command Injection)</a:t>
            </a:r>
            <a:endParaRPr sz="1400"/>
          </a:p>
          <a:p>
            <a:pPr indent="-317500" lvl="2" marL="1371600" rtl="0" algn="l">
              <a:lnSpc>
                <a:spcPct val="115000"/>
              </a:lnSpc>
              <a:spcBef>
                <a:spcPts val="0"/>
              </a:spcBef>
              <a:spcAft>
                <a:spcPts val="0"/>
              </a:spcAft>
              <a:buSzPts val="1400"/>
              <a:buChar char="■"/>
            </a:pPr>
            <a:r>
              <a:rPr lang="en" sz="1400"/>
              <a:t>Infiltration</a:t>
            </a:r>
            <a:endParaRPr sz="1400"/>
          </a:p>
        </p:txBody>
      </p:sp>
      <p:pic>
        <p:nvPicPr>
          <p:cNvPr id="1000" name="Google Shape;1000;p70"/>
          <p:cNvPicPr preferRelativeResize="0"/>
          <p:nvPr/>
        </p:nvPicPr>
        <p:blipFill>
          <a:blip r:embed="rId3">
            <a:alphaModFix/>
          </a:blip>
          <a:stretch>
            <a:fillRect/>
          </a:stretch>
        </p:blipFill>
        <p:spPr>
          <a:xfrm>
            <a:off x="152400" y="3714350"/>
            <a:ext cx="8839202" cy="1335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71"/>
          <p:cNvSpPr txBox="1"/>
          <p:nvPr/>
        </p:nvSpPr>
        <p:spPr>
          <a:xfrm>
            <a:off x="2467650" y="2120550"/>
            <a:ext cx="4302600" cy="90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Sora"/>
                <a:ea typeface="Sora"/>
                <a:cs typeface="Sora"/>
                <a:sym typeface="Sora"/>
              </a:rPr>
              <a:t>Feature Engineering</a:t>
            </a:r>
            <a:endParaRPr sz="3000">
              <a:solidFill>
                <a:schemeClr val="dk1"/>
              </a:solidFill>
              <a:latin typeface="Sora"/>
              <a:ea typeface="Sora"/>
              <a:cs typeface="Sora"/>
              <a:sym typeface="So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72"/>
          <p:cNvSpPr txBox="1"/>
          <p:nvPr>
            <p:ph idx="4294967295" type="title"/>
          </p:nvPr>
        </p:nvSpPr>
        <p:spPr>
          <a:xfrm>
            <a:off x="52626" y="469733"/>
            <a:ext cx="4800300" cy="73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Removed Leaky Attributes</a:t>
            </a:r>
            <a:endParaRPr/>
          </a:p>
        </p:txBody>
      </p:sp>
      <p:pic>
        <p:nvPicPr>
          <p:cNvPr id="1011" name="Google Shape;1011;p72"/>
          <p:cNvPicPr preferRelativeResize="0"/>
          <p:nvPr/>
        </p:nvPicPr>
        <p:blipFill rotWithShape="1">
          <a:blip r:embed="rId3">
            <a:alphaModFix/>
          </a:blip>
          <a:srcRect b="20710" l="0" r="0" t="0"/>
          <a:stretch/>
        </p:blipFill>
        <p:spPr>
          <a:xfrm>
            <a:off x="152400" y="2233790"/>
            <a:ext cx="8839198" cy="2379774"/>
          </a:xfrm>
          <a:prstGeom prst="rect">
            <a:avLst/>
          </a:prstGeom>
          <a:noFill/>
          <a:ln>
            <a:noFill/>
          </a:ln>
        </p:spPr>
      </p:pic>
      <p:sp>
        <p:nvSpPr>
          <p:cNvPr id="1012" name="Google Shape;1012;p72"/>
          <p:cNvSpPr txBox="1"/>
          <p:nvPr/>
        </p:nvSpPr>
        <p:spPr>
          <a:xfrm>
            <a:off x="199216" y="1584249"/>
            <a:ext cx="8701800" cy="62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None/>
            </a:pPr>
            <a:r>
              <a:rPr lang="en" sz="1300">
                <a:latin typeface="Sora"/>
                <a:ea typeface="Sora"/>
                <a:cs typeface="Sora"/>
                <a:sym typeface="Sora"/>
              </a:rPr>
              <a:t>To prevent data leakage, which causes the model to learn information from the target variable and leads to unrealistically high accuracy and poor real-world performance.</a:t>
            </a:r>
            <a:endParaRPr sz="1300">
              <a:solidFill>
                <a:schemeClr val="lt1"/>
              </a:solidFill>
              <a:latin typeface="Sora"/>
              <a:ea typeface="Sora"/>
              <a:cs typeface="Sora"/>
              <a:sym typeface="So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73"/>
          <p:cNvSpPr txBox="1"/>
          <p:nvPr>
            <p:ph type="title"/>
          </p:nvPr>
        </p:nvSpPr>
        <p:spPr>
          <a:xfrm>
            <a:off x="177450" y="228600"/>
            <a:ext cx="8839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Checking for Missing and Infinite Values</a:t>
            </a:r>
            <a:endParaRPr/>
          </a:p>
        </p:txBody>
      </p:sp>
      <p:sp>
        <p:nvSpPr>
          <p:cNvPr id="1018" name="Google Shape;1018;p73"/>
          <p:cNvSpPr txBox="1"/>
          <p:nvPr/>
        </p:nvSpPr>
        <p:spPr>
          <a:xfrm>
            <a:off x="199216" y="1158130"/>
            <a:ext cx="8701800" cy="62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None/>
            </a:pPr>
            <a:r>
              <a:rPr lang="en" sz="1300">
                <a:latin typeface="Sora"/>
                <a:ea typeface="Sora"/>
                <a:cs typeface="Sora"/>
                <a:sym typeface="Sora"/>
              </a:rPr>
              <a:t>To remove features that provide no useful information (constant values) or cause computational errors (infinite values) during model training.</a:t>
            </a:r>
            <a:endParaRPr sz="1300">
              <a:solidFill>
                <a:schemeClr val="lt1"/>
              </a:solidFill>
              <a:latin typeface="Sora"/>
              <a:ea typeface="Sora"/>
              <a:cs typeface="Sora"/>
              <a:sym typeface="Sora"/>
            </a:endParaRPr>
          </a:p>
        </p:txBody>
      </p:sp>
      <p:pic>
        <p:nvPicPr>
          <p:cNvPr id="1019" name="Google Shape;1019;p73"/>
          <p:cNvPicPr preferRelativeResize="0"/>
          <p:nvPr/>
        </p:nvPicPr>
        <p:blipFill>
          <a:blip r:embed="rId3">
            <a:alphaModFix/>
          </a:blip>
          <a:stretch>
            <a:fillRect/>
          </a:stretch>
        </p:blipFill>
        <p:spPr>
          <a:xfrm>
            <a:off x="358563" y="1871650"/>
            <a:ext cx="8426865" cy="31425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74"/>
          <p:cNvSpPr txBox="1"/>
          <p:nvPr>
            <p:ph idx="4294967295" type="title"/>
          </p:nvPr>
        </p:nvSpPr>
        <p:spPr>
          <a:xfrm>
            <a:off x="177450" y="629653"/>
            <a:ext cx="88392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Dropping Constant Value Attributes</a:t>
            </a:r>
            <a:endParaRPr/>
          </a:p>
        </p:txBody>
      </p:sp>
      <p:sp>
        <p:nvSpPr>
          <p:cNvPr id="1025" name="Google Shape;1025;p74"/>
          <p:cNvSpPr txBox="1"/>
          <p:nvPr/>
        </p:nvSpPr>
        <p:spPr>
          <a:xfrm>
            <a:off x="227250" y="1669803"/>
            <a:ext cx="8783400" cy="45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None/>
            </a:pPr>
            <a:r>
              <a:rPr lang="en" sz="1300">
                <a:latin typeface="Sora"/>
                <a:ea typeface="Sora"/>
                <a:cs typeface="Sora"/>
                <a:sym typeface="Sora"/>
              </a:rPr>
              <a:t>To eliminate features that don’t vary across samples, as they provide no predictive power to the model.</a:t>
            </a:r>
            <a:endParaRPr sz="1300">
              <a:solidFill>
                <a:schemeClr val="lt1"/>
              </a:solidFill>
              <a:latin typeface="Sora"/>
              <a:ea typeface="Sora"/>
              <a:cs typeface="Sora"/>
              <a:sym typeface="Sora"/>
            </a:endParaRPr>
          </a:p>
        </p:txBody>
      </p:sp>
      <p:pic>
        <p:nvPicPr>
          <p:cNvPr id="1026" name="Google Shape;1026;p74"/>
          <p:cNvPicPr preferRelativeResize="0"/>
          <p:nvPr/>
        </p:nvPicPr>
        <p:blipFill>
          <a:blip r:embed="rId3">
            <a:alphaModFix/>
          </a:blip>
          <a:stretch>
            <a:fillRect/>
          </a:stretch>
        </p:blipFill>
        <p:spPr>
          <a:xfrm>
            <a:off x="258708" y="2442604"/>
            <a:ext cx="8676699" cy="12188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75"/>
          <p:cNvSpPr txBox="1"/>
          <p:nvPr>
            <p:ph type="title"/>
          </p:nvPr>
        </p:nvSpPr>
        <p:spPr>
          <a:xfrm>
            <a:off x="199350" y="104075"/>
            <a:ext cx="8839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Dropping attributes with High Correlation</a:t>
            </a:r>
            <a:endParaRPr/>
          </a:p>
        </p:txBody>
      </p:sp>
      <p:sp>
        <p:nvSpPr>
          <p:cNvPr id="1032" name="Google Shape;1032;p75"/>
          <p:cNvSpPr txBox="1"/>
          <p:nvPr/>
        </p:nvSpPr>
        <p:spPr>
          <a:xfrm>
            <a:off x="180300" y="1043313"/>
            <a:ext cx="8783400" cy="62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None/>
            </a:pPr>
            <a:r>
              <a:rPr lang="en" sz="1300">
                <a:latin typeface="Sora"/>
                <a:ea typeface="Sora"/>
                <a:cs typeface="Sora"/>
                <a:sym typeface="Sora"/>
              </a:rPr>
              <a:t>Dropping features that are highly correlated (correlation &gt; 0.95) with other features to reduce redundancy and multicollinearity, ensuring the model learns from independent information.</a:t>
            </a:r>
            <a:endParaRPr sz="1300">
              <a:solidFill>
                <a:schemeClr val="lt1"/>
              </a:solidFill>
              <a:latin typeface="Sora"/>
              <a:ea typeface="Sora"/>
              <a:cs typeface="Sora"/>
              <a:sym typeface="Sora"/>
            </a:endParaRPr>
          </a:p>
        </p:txBody>
      </p:sp>
      <p:pic>
        <p:nvPicPr>
          <p:cNvPr id="1033" name="Google Shape;1033;p75"/>
          <p:cNvPicPr preferRelativeResize="0"/>
          <p:nvPr/>
        </p:nvPicPr>
        <p:blipFill>
          <a:blip r:embed="rId3">
            <a:alphaModFix/>
          </a:blip>
          <a:stretch>
            <a:fillRect/>
          </a:stretch>
        </p:blipFill>
        <p:spPr>
          <a:xfrm>
            <a:off x="1104600" y="1766550"/>
            <a:ext cx="7028698" cy="31424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76"/>
          <p:cNvSpPr txBox="1"/>
          <p:nvPr>
            <p:ph type="title"/>
          </p:nvPr>
        </p:nvSpPr>
        <p:spPr>
          <a:xfrm>
            <a:off x="199350" y="36300"/>
            <a:ext cx="8839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Corr Matrix before Feature Engineering</a:t>
            </a:r>
            <a:endParaRPr/>
          </a:p>
        </p:txBody>
      </p:sp>
      <p:pic>
        <p:nvPicPr>
          <p:cNvPr id="1039" name="Google Shape;1039;p76"/>
          <p:cNvPicPr preferRelativeResize="0"/>
          <p:nvPr/>
        </p:nvPicPr>
        <p:blipFill>
          <a:blip r:embed="rId3">
            <a:alphaModFix/>
          </a:blip>
          <a:stretch>
            <a:fillRect/>
          </a:stretch>
        </p:blipFill>
        <p:spPr>
          <a:xfrm>
            <a:off x="2119216" y="849063"/>
            <a:ext cx="4589676" cy="40632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pic>
        <p:nvPicPr>
          <p:cNvPr id="1044" name="Google Shape;1044;p77"/>
          <p:cNvPicPr preferRelativeResize="0"/>
          <p:nvPr/>
        </p:nvPicPr>
        <p:blipFill>
          <a:blip r:embed="rId3">
            <a:alphaModFix/>
          </a:blip>
          <a:stretch>
            <a:fillRect/>
          </a:stretch>
        </p:blipFill>
        <p:spPr>
          <a:xfrm>
            <a:off x="1689462" y="1110525"/>
            <a:ext cx="5858975" cy="3962125"/>
          </a:xfrm>
          <a:prstGeom prst="rect">
            <a:avLst/>
          </a:prstGeom>
          <a:noFill/>
          <a:ln>
            <a:noFill/>
          </a:ln>
        </p:spPr>
      </p:pic>
      <p:sp>
        <p:nvSpPr>
          <p:cNvPr id="1045" name="Google Shape;1045;p77"/>
          <p:cNvSpPr txBox="1"/>
          <p:nvPr>
            <p:ph type="title"/>
          </p:nvPr>
        </p:nvSpPr>
        <p:spPr>
          <a:xfrm>
            <a:off x="199350" y="86725"/>
            <a:ext cx="8839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Scree Plot: PCA Variance Explained </a:t>
            </a:r>
            <a:endParaRPr/>
          </a:p>
          <a:p>
            <a:pPr indent="0" lvl="0" marL="0" rtl="0" algn="ctr">
              <a:spcBef>
                <a:spcPts val="0"/>
              </a:spcBef>
              <a:spcAft>
                <a:spcPts val="0"/>
              </a:spcAft>
              <a:buNone/>
            </a:pPr>
            <a:r>
              <a:rPr lang="en"/>
              <a:t>(Full Feature Set)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78"/>
          <p:cNvSpPr txBox="1"/>
          <p:nvPr>
            <p:ph type="title"/>
          </p:nvPr>
        </p:nvSpPr>
        <p:spPr>
          <a:xfrm>
            <a:off x="199350" y="86725"/>
            <a:ext cx="8839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Corr Matrix after Feature Engineering</a:t>
            </a:r>
            <a:endParaRPr/>
          </a:p>
        </p:txBody>
      </p:sp>
      <p:pic>
        <p:nvPicPr>
          <p:cNvPr id="1051" name="Google Shape;1051;p78"/>
          <p:cNvPicPr preferRelativeResize="0"/>
          <p:nvPr/>
        </p:nvPicPr>
        <p:blipFill>
          <a:blip r:embed="rId3">
            <a:alphaModFix/>
          </a:blip>
          <a:stretch>
            <a:fillRect/>
          </a:stretch>
        </p:blipFill>
        <p:spPr>
          <a:xfrm>
            <a:off x="2277154" y="854775"/>
            <a:ext cx="4589700" cy="405755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79"/>
          <p:cNvSpPr txBox="1"/>
          <p:nvPr>
            <p:ph type="title"/>
          </p:nvPr>
        </p:nvSpPr>
        <p:spPr>
          <a:xfrm>
            <a:off x="199350" y="86725"/>
            <a:ext cx="8839200" cy="97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Scree Plot: PCA Variance Explained (Reduced Feature Set)</a:t>
            </a:r>
            <a:endParaRPr/>
          </a:p>
        </p:txBody>
      </p:sp>
      <p:pic>
        <p:nvPicPr>
          <p:cNvPr id="1057" name="Google Shape;1057;p79"/>
          <p:cNvPicPr preferRelativeResize="0"/>
          <p:nvPr/>
        </p:nvPicPr>
        <p:blipFill>
          <a:blip r:embed="rId3">
            <a:alphaModFix/>
          </a:blip>
          <a:stretch>
            <a:fillRect/>
          </a:stretch>
        </p:blipFill>
        <p:spPr>
          <a:xfrm>
            <a:off x="1812401" y="1247438"/>
            <a:ext cx="5519200" cy="3732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80"/>
          <p:cNvSpPr txBox="1"/>
          <p:nvPr/>
        </p:nvSpPr>
        <p:spPr>
          <a:xfrm>
            <a:off x="2883900" y="2120550"/>
            <a:ext cx="3282300" cy="90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Sora"/>
                <a:ea typeface="Sora"/>
                <a:cs typeface="Sora"/>
                <a:sym typeface="Sora"/>
              </a:rPr>
              <a:t>Initial Approach</a:t>
            </a:r>
            <a:endParaRPr sz="3000">
              <a:solidFill>
                <a:schemeClr val="dk1"/>
              </a:solidFill>
              <a:latin typeface="Sora"/>
              <a:ea typeface="Sora"/>
              <a:cs typeface="Sora"/>
              <a:sym typeface="Sor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81"/>
          <p:cNvSpPr txBox="1"/>
          <p:nvPr>
            <p:ph idx="1" type="subTitle"/>
          </p:nvPr>
        </p:nvSpPr>
        <p:spPr>
          <a:xfrm>
            <a:off x="500983" y="2403149"/>
            <a:ext cx="1957200" cy="1681500"/>
          </a:xfrm>
          <a:prstGeom prst="rect">
            <a:avLst/>
          </a:prstGeom>
        </p:spPr>
        <p:txBody>
          <a:bodyPr anchorCtr="0" anchor="t" bIns="128950" lIns="128950" spcFirstLastPara="1" rIns="128950" wrap="square" tIns="128950">
            <a:noAutofit/>
          </a:bodyPr>
          <a:lstStyle/>
          <a:p>
            <a:pPr indent="0" lvl="0" marL="0" rtl="0" algn="l">
              <a:lnSpc>
                <a:spcPct val="115000"/>
              </a:lnSpc>
              <a:spcBef>
                <a:spcPts val="0"/>
              </a:spcBef>
              <a:spcAft>
                <a:spcPts val="0"/>
              </a:spcAft>
              <a:buNone/>
            </a:pPr>
            <a:r>
              <a:rPr b="1" lang="en" sz="1600">
                <a:latin typeface="IBM Plex Sans"/>
                <a:ea typeface="IBM Plex Sans"/>
                <a:cs typeface="IBM Plex Sans"/>
                <a:sym typeface="IBM Plex Sans"/>
              </a:rPr>
              <a:t>Step 1</a:t>
            </a:r>
            <a:endParaRPr b="1" sz="1600">
              <a:latin typeface="IBM Plex Sans"/>
              <a:ea typeface="IBM Plex Sans"/>
              <a:cs typeface="IBM Plex Sans"/>
              <a:sym typeface="IBM Plex Sans"/>
            </a:endParaRPr>
          </a:p>
          <a:p>
            <a:pPr indent="0" lvl="0" marL="0" rtl="0" algn="l">
              <a:spcBef>
                <a:spcPts val="846"/>
              </a:spcBef>
              <a:spcAft>
                <a:spcPts val="846"/>
              </a:spcAft>
              <a:buNone/>
            </a:pPr>
            <a:r>
              <a:rPr lang="en" sz="1600"/>
              <a:t>Trained on DoS types + Normal traffic.</a:t>
            </a:r>
            <a:endParaRPr sz="1600"/>
          </a:p>
        </p:txBody>
      </p:sp>
      <p:sp>
        <p:nvSpPr>
          <p:cNvPr id="1068" name="Google Shape;1068;p81"/>
          <p:cNvSpPr txBox="1"/>
          <p:nvPr>
            <p:ph idx="5" type="subTitle"/>
          </p:nvPr>
        </p:nvSpPr>
        <p:spPr>
          <a:xfrm>
            <a:off x="6785250" y="1060875"/>
            <a:ext cx="2130300" cy="1808400"/>
          </a:xfrm>
          <a:prstGeom prst="rect">
            <a:avLst/>
          </a:prstGeom>
        </p:spPr>
        <p:txBody>
          <a:bodyPr anchorCtr="0" anchor="t" bIns="128950" lIns="128950" spcFirstLastPara="1" rIns="128950" wrap="square" tIns="128950">
            <a:noAutofit/>
          </a:bodyPr>
          <a:lstStyle/>
          <a:p>
            <a:pPr indent="0" lvl="0" marL="0" rtl="0" algn="l">
              <a:spcBef>
                <a:spcPts val="0"/>
              </a:spcBef>
              <a:spcAft>
                <a:spcPts val="0"/>
              </a:spcAft>
              <a:buNone/>
            </a:pPr>
            <a:r>
              <a:rPr b="1" lang="en" sz="1600">
                <a:latin typeface="IBM Plex Sans"/>
                <a:ea typeface="IBM Plex Sans"/>
                <a:cs typeface="IBM Plex Sans"/>
                <a:sym typeface="IBM Plex Sans"/>
              </a:rPr>
              <a:t>Step 4</a:t>
            </a:r>
            <a:endParaRPr b="1" sz="1600">
              <a:latin typeface="IBM Plex Sans"/>
              <a:ea typeface="IBM Plex Sans"/>
              <a:cs typeface="IBM Plex Sans"/>
              <a:sym typeface="IBM Plex Sans"/>
            </a:endParaRPr>
          </a:p>
          <a:p>
            <a:pPr indent="0" lvl="0" marL="0" rtl="0" algn="l">
              <a:spcBef>
                <a:spcPts val="846"/>
              </a:spcBef>
              <a:spcAft>
                <a:spcPts val="846"/>
              </a:spcAft>
              <a:buNone/>
            </a:pPr>
            <a:r>
              <a:rPr lang="en" sz="1600"/>
              <a:t>Triggered feature correlation analysis to verify results.</a:t>
            </a:r>
            <a:endParaRPr sz="1600"/>
          </a:p>
        </p:txBody>
      </p:sp>
      <p:sp>
        <p:nvSpPr>
          <p:cNvPr id="1069" name="Google Shape;1069;p81"/>
          <p:cNvSpPr txBox="1"/>
          <p:nvPr>
            <p:ph idx="3" type="subTitle"/>
          </p:nvPr>
        </p:nvSpPr>
        <p:spPr>
          <a:xfrm>
            <a:off x="2728040" y="1901653"/>
            <a:ext cx="1957200" cy="1681500"/>
          </a:xfrm>
          <a:prstGeom prst="rect">
            <a:avLst/>
          </a:prstGeom>
        </p:spPr>
        <p:txBody>
          <a:bodyPr anchorCtr="0" anchor="t" bIns="128950" lIns="128950" spcFirstLastPara="1" rIns="128950" wrap="square" tIns="128950">
            <a:noAutofit/>
          </a:bodyPr>
          <a:lstStyle/>
          <a:p>
            <a:pPr indent="0" lvl="0" marL="0" rtl="0" algn="l">
              <a:lnSpc>
                <a:spcPct val="115000"/>
              </a:lnSpc>
              <a:spcBef>
                <a:spcPts val="0"/>
              </a:spcBef>
              <a:spcAft>
                <a:spcPts val="0"/>
              </a:spcAft>
              <a:buNone/>
            </a:pPr>
            <a:r>
              <a:rPr b="1" lang="en" sz="1600">
                <a:latin typeface="Sora"/>
                <a:ea typeface="Sora"/>
                <a:cs typeface="Sora"/>
                <a:sym typeface="Sora"/>
              </a:rPr>
              <a:t>Step 2</a:t>
            </a:r>
            <a:endParaRPr b="1" sz="1600">
              <a:latin typeface="Sora"/>
              <a:ea typeface="Sora"/>
              <a:cs typeface="Sora"/>
              <a:sym typeface="Sora"/>
            </a:endParaRPr>
          </a:p>
          <a:p>
            <a:pPr indent="0" lvl="0" marL="0" rtl="0" algn="l">
              <a:spcBef>
                <a:spcPts val="846"/>
              </a:spcBef>
              <a:spcAft>
                <a:spcPts val="846"/>
              </a:spcAft>
              <a:buNone/>
            </a:pPr>
            <a:r>
              <a:rPr lang="en" sz="1600"/>
              <a:t>Evaluated Accuracy, Precision, Recall, F1-score.</a:t>
            </a:r>
            <a:endParaRPr sz="1600"/>
          </a:p>
        </p:txBody>
      </p:sp>
      <p:sp>
        <p:nvSpPr>
          <p:cNvPr id="1070" name="Google Shape;1070;p81"/>
          <p:cNvSpPr txBox="1"/>
          <p:nvPr>
            <p:ph idx="4" type="subTitle"/>
          </p:nvPr>
        </p:nvSpPr>
        <p:spPr>
          <a:xfrm>
            <a:off x="4751675" y="1503000"/>
            <a:ext cx="2028600" cy="1681500"/>
          </a:xfrm>
          <a:prstGeom prst="rect">
            <a:avLst/>
          </a:prstGeom>
        </p:spPr>
        <p:txBody>
          <a:bodyPr anchorCtr="0" anchor="t" bIns="128950" lIns="128950" spcFirstLastPara="1" rIns="128950" wrap="square" tIns="128950">
            <a:noAutofit/>
          </a:bodyPr>
          <a:lstStyle/>
          <a:p>
            <a:pPr indent="0" lvl="0" marL="0" rtl="0" algn="l">
              <a:spcBef>
                <a:spcPts val="0"/>
              </a:spcBef>
              <a:spcAft>
                <a:spcPts val="0"/>
              </a:spcAft>
              <a:buNone/>
            </a:pPr>
            <a:r>
              <a:rPr b="1" lang="en" sz="1600">
                <a:latin typeface="Sora"/>
                <a:ea typeface="Sora"/>
                <a:cs typeface="Sora"/>
                <a:sym typeface="Sora"/>
              </a:rPr>
              <a:t>Step 3</a:t>
            </a:r>
            <a:endParaRPr b="1" sz="1600">
              <a:latin typeface="Sora"/>
              <a:ea typeface="Sora"/>
              <a:cs typeface="Sora"/>
              <a:sym typeface="Sora"/>
            </a:endParaRPr>
          </a:p>
          <a:p>
            <a:pPr indent="0" lvl="0" marL="0" rtl="0" algn="l">
              <a:spcBef>
                <a:spcPts val="846"/>
              </a:spcBef>
              <a:spcAft>
                <a:spcPts val="846"/>
              </a:spcAft>
              <a:buNone/>
            </a:pPr>
            <a:r>
              <a:rPr lang="en" sz="1600"/>
              <a:t>All models showed 99-100% accuracy could mean possible overfitting.</a:t>
            </a:r>
            <a:endParaRPr sz="1600"/>
          </a:p>
        </p:txBody>
      </p:sp>
      <p:sp>
        <p:nvSpPr>
          <p:cNvPr id="1071" name="Google Shape;1071;p81"/>
          <p:cNvSpPr txBox="1"/>
          <p:nvPr>
            <p:ph idx="2" type="title"/>
          </p:nvPr>
        </p:nvSpPr>
        <p:spPr>
          <a:xfrm>
            <a:off x="228600" y="331375"/>
            <a:ext cx="66993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Initial Training and Results</a:t>
            </a:r>
            <a:endParaRPr/>
          </a:p>
        </p:txBody>
      </p:sp>
      <p:sp>
        <p:nvSpPr>
          <p:cNvPr id="1072" name="Google Shape;1072;p81"/>
          <p:cNvSpPr/>
          <p:nvPr/>
        </p:nvSpPr>
        <p:spPr>
          <a:xfrm>
            <a:off x="302213" y="2401128"/>
            <a:ext cx="2354700" cy="46200"/>
          </a:xfrm>
          <a:prstGeom prst="rect">
            <a:avLst/>
          </a:prstGeom>
          <a:solidFill>
            <a:schemeClr val="accent1"/>
          </a:solidFill>
          <a:ln>
            <a:noFill/>
          </a:ln>
        </p:spPr>
        <p:txBody>
          <a:bodyPr anchorCtr="0" anchor="ctr" bIns="128950" lIns="128950" spcFirstLastPara="1" rIns="128950" wrap="square" tIns="128950">
            <a:noAutofit/>
          </a:bodyPr>
          <a:lstStyle/>
          <a:p>
            <a:pPr indent="0" lvl="0" marL="0" rtl="0" algn="ctr">
              <a:spcBef>
                <a:spcPts val="0"/>
              </a:spcBef>
              <a:spcAft>
                <a:spcPts val="0"/>
              </a:spcAft>
              <a:buNone/>
            </a:pPr>
            <a:r>
              <a:t/>
            </a:r>
            <a:endParaRPr sz="1974">
              <a:solidFill>
                <a:schemeClr val="lt1"/>
              </a:solidFill>
              <a:latin typeface="Sora"/>
              <a:ea typeface="Sora"/>
              <a:cs typeface="Sora"/>
              <a:sym typeface="Sora"/>
            </a:endParaRPr>
          </a:p>
        </p:txBody>
      </p:sp>
      <p:sp>
        <p:nvSpPr>
          <p:cNvPr id="1073" name="Google Shape;1073;p81"/>
          <p:cNvSpPr/>
          <p:nvPr/>
        </p:nvSpPr>
        <p:spPr>
          <a:xfrm>
            <a:off x="2718097" y="1855531"/>
            <a:ext cx="1967700" cy="46200"/>
          </a:xfrm>
          <a:prstGeom prst="rect">
            <a:avLst/>
          </a:prstGeom>
          <a:solidFill>
            <a:schemeClr val="lt2"/>
          </a:solidFill>
          <a:ln>
            <a:noFill/>
          </a:ln>
        </p:spPr>
        <p:txBody>
          <a:bodyPr anchorCtr="0" anchor="ctr" bIns="128950" lIns="128950" spcFirstLastPara="1" rIns="128950" wrap="square" tIns="128950">
            <a:noAutofit/>
          </a:bodyPr>
          <a:lstStyle/>
          <a:p>
            <a:pPr indent="0" lvl="0" marL="0" rtl="0" algn="ctr">
              <a:spcBef>
                <a:spcPts val="0"/>
              </a:spcBef>
              <a:spcAft>
                <a:spcPts val="0"/>
              </a:spcAft>
              <a:buNone/>
            </a:pPr>
            <a:r>
              <a:t/>
            </a:r>
            <a:endParaRPr sz="1974">
              <a:solidFill>
                <a:schemeClr val="lt1"/>
              </a:solidFill>
              <a:latin typeface="Sora"/>
              <a:ea typeface="Sora"/>
              <a:cs typeface="Sora"/>
              <a:sym typeface="Sora"/>
            </a:endParaRPr>
          </a:p>
        </p:txBody>
      </p:sp>
      <p:sp>
        <p:nvSpPr>
          <p:cNvPr id="1074" name="Google Shape;1074;p81"/>
          <p:cNvSpPr/>
          <p:nvPr/>
        </p:nvSpPr>
        <p:spPr>
          <a:xfrm>
            <a:off x="4746602" y="1456868"/>
            <a:ext cx="1967700" cy="46200"/>
          </a:xfrm>
          <a:prstGeom prst="rect">
            <a:avLst/>
          </a:prstGeom>
          <a:solidFill>
            <a:schemeClr val="accent6"/>
          </a:solidFill>
          <a:ln>
            <a:noFill/>
          </a:ln>
        </p:spPr>
        <p:txBody>
          <a:bodyPr anchorCtr="0" anchor="ctr" bIns="128950" lIns="128950" spcFirstLastPara="1" rIns="128950" wrap="square" tIns="128950">
            <a:noAutofit/>
          </a:bodyPr>
          <a:lstStyle/>
          <a:p>
            <a:pPr indent="0" lvl="0" marL="0" rtl="0" algn="ctr">
              <a:spcBef>
                <a:spcPts val="0"/>
              </a:spcBef>
              <a:spcAft>
                <a:spcPts val="0"/>
              </a:spcAft>
              <a:buNone/>
            </a:pPr>
            <a:r>
              <a:t/>
            </a:r>
            <a:endParaRPr sz="1974">
              <a:solidFill>
                <a:schemeClr val="lt1"/>
              </a:solidFill>
              <a:latin typeface="Sora"/>
              <a:ea typeface="Sora"/>
              <a:cs typeface="Sora"/>
              <a:sym typeface="Sora"/>
            </a:endParaRPr>
          </a:p>
        </p:txBody>
      </p:sp>
      <p:sp>
        <p:nvSpPr>
          <p:cNvPr id="1075" name="Google Shape;1075;p81"/>
          <p:cNvSpPr/>
          <p:nvPr/>
        </p:nvSpPr>
        <p:spPr>
          <a:xfrm>
            <a:off x="6780184" y="1014763"/>
            <a:ext cx="1967700" cy="46200"/>
          </a:xfrm>
          <a:prstGeom prst="rect">
            <a:avLst/>
          </a:prstGeom>
          <a:solidFill>
            <a:schemeClr val="accent2"/>
          </a:solidFill>
          <a:ln>
            <a:noFill/>
          </a:ln>
        </p:spPr>
        <p:txBody>
          <a:bodyPr anchorCtr="0" anchor="ctr" bIns="128950" lIns="128950" spcFirstLastPara="1" rIns="128950" wrap="square" tIns="128950">
            <a:noAutofit/>
          </a:bodyPr>
          <a:lstStyle/>
          <a:p>
            <a:pPr indent="0" lvl="0" marL="0" rtl="0" algn="ctr">
              <a:spcBef>
                <a:spcPts val="0"/>
              </a:spcBef>
              <a:spcAft>
                <a:spcPts val="0"/>
              </a:spcAft>
              <a:buNone/>
            </a:pPr>
            <a:r>
              <a:t/>
            </a:r>
            <a:endParaRPr sz="1974">
              <a:solidFill>
                <a:schemeClr val="lt1"/>
              </a:solidFill>
              <a:latin typeface="Sora"/>
              <a:ea typeface="Sora"/>
              <a:cs typeface="Sora"/>
              <a:sym typeface="Sor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82"/>
          <p:cNvSpPr/>
          <p:nvPr/>
        </p:nvSpPr>
        <p:spPr>
          <a:xfrm flipH="1" rot="10800000">
            <a:off x="194250" y="2605357"/>
            <a:ext cx="86616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1" name="Google Shape;1081;p82"/>
          <p:cNvSpPr/>
          <p:nvPr/>
        </p:nvSpPr>
        <p:spPr>
          <a:xfrm flipH="1" rot="10800000">
            <a:off x="194250" y="1962523"/>
            <a:ext cx="86616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solidFill>
                <a:schemeClr val="lt1"/>
              </a:solidFill>
              <a:latin typeface="Sora"/>
              <a:ea typeface="Sora"/>
              <a:cs typeface="Sora"/>
              <a:sym typeface="Sora"/>
            </a:endParaRPr>
          </a:p>
        </p:txBody>
      </p:sp>
      <p:sp>
        <p:nvSpPr>
          <p:cNvPr id="1082" name="Google Shape;1082;p82"/>
          <p:cNvSpPr txBox="1"/>
          <p:nvPr>
            <p:ph idx="6" type="title"/>
          </p:nvPr>
        </p:nvSpPr>
        <p:spPr>
          <a:xfrm>
            <a:off x="231600" y="2140888"/>
            <a:ext cx="8586900" cy="496500"/>
          </a:xfrm>
          <a:prstGeom prst="rect">
            <a:avLst/>
          </a:prstGeom>
        </p:spPr>
        <p:txBody>
          <a:bodyPr anchorCtr="0" anchor="ctr" bIns="91425" lIns="0" spcFirstLastPara="1" rIns="91425" wrap="square" tIns="91425">
            <a:noAutofit/>
          </a:bodyPr>
          <a:lstStyle/>
          <a:p>
            <a:pPr indent="0" lvl="0" marL="0" rtl="0" algn="just">
              <a:lnSpc>
                <a:spcPct val="115000"/>
              </a:lnSpc>
              <a:spcBef>
                <a:spcPts val="0"/>
              </a:spcBef>
              <a:spcAft>
                <a:spcPts val="0"/>
              </a:spcAft>
              <a:buNone/>
            </a:pPr>
            <a:r>
              <a:rPr lang="en" sz="1600"/>
              <a:t>Dataset includes </a:t>
            </a:r>
            <a:r>
              <a:rPr b="1" lang="en" sz="1600"/>
              <a:t>labeled attack types</a:t>
            </a:r>
            <a:r>
              <a:rPr lang="en" sz="1600"/>
              <a:t> → </a:t>
            </a:r>
            <a:r>
              <a:rPr b="1" lang="en" sz="1600"/>
              <a:t>ideal for supervised learning</a:t>
            </a:r>
            <a:r>
              <a:rPr lang="en" sz="1600"/>
              <a:t>.</a:t>
            </a:r>
            <a:endParaRPr sz="1600"/>
          </a:p>
          <a:p>
            <a:pPr indent="0" lvl="0" marL="0" rtl="0" algn="l">
              <a:lnSpc>
                <a:spcPct val="115000"/>
              </a:lnSpc>
              <a:spcBef>
                <a:spcPts val="0"/>
              </a:spcBef>
              <a:spcAft>
                <a:spcPts val="0"/>
              </a:spcAft>
              <a:buNone/>
            </a:pPr>
            <a:r>
              <a:t/>
            </a:r>
            <a:endParaRPr/>
          </a:p>
        </p:txBody>
      </p:sp>
      <p:sp>
        <p:nvSpPr>
          <p:cNvPr id="1083" name="Google Shape;1083;p82"/>
          <p:cNvSpPr txBox="1"/>
          <p:nvPr>
            <p:ph idx="2" type="title"/>
          </p:nvPr>
        </p:nvSpPr>
        <p:spPr>
          <a:xfrm>
            <a:off x="194250" y="1540375"/>
            <a:ext cx="3575700" cy="402000"/>
          </a:xfrm>
          <a:prstGeom prst="rect">
            <a:avLst/>
          </a:prstGeom>
        </p:spPr>
        <p:txBody>
          <a:bodyPr anchorCtr="0" anchor="b" bIns="91425" lIns="0" spcFirstLastPara="1" rIns="91425" wrap="square" tIns="91425">
            <a:noAutofit/>
          </a:bodyPr>
          <a:lstStyle/>
          <a:p>
            <a:pPr indent="0" lvl="0" marL="0" rtl="0" algn="l">
              <a:lnSpc>
                <a:spcPct val="115000"/>
              </a:lnSpc>
              <a:spcBef>
                <a:spcPts val="0"/>
              </a:spcBef>
              <a:spcAft>
                <a:spcPts val="0"/>
              </a:spcAft>
              <a:buNone/>
            </a:pPr>
            <a:r>
              <a:rPr b="1" lang="en" sz="1900">
                <a:latin typeface="IBM Plex Sans"/>
                <a:ea typeface="IBM Plex Sans"/>
                <a:cs typeface="IBM Plex Sans"/>
                <a:sym typeface="IBM Plex Sans"/>
              </a:rPr>
              <a:t>Reasoning</a:t>
            </a:r>
            <a:r>
              <a:rPr b="1" lang="en" sz="1900">
                <a:latin typeface="IBM Plex Sans"/>
                <a:ea typeface="IBM Plex Sans"/>
                <a:cs typeface="IBM Plex Sans"/>
                <a:sym typeface="IBM Plex Sans"/>
              </a:rPr>
              <a:t>:</a:t>
            </a:r>
            <a:endParaRPr b="1" sz="1900">
              <a:latin typeface="IBM Plex Sans"/>
              <a:ea typeface="IBM Plex Sans"/>
              <a:cs typeface="IBM Plex Sans"/>
              <a:sym typeface="IBM Plex Sans"/>
            </a:endParaRPr>
          </a:p>
        </p:txBody>
      </p:sp>
      <p:sp>
        <p:nvSpPr>
          <p:cNvPr id="1084" name="Google Shape;1084;p82"/>
          <p:cNvSpPr txBox="1"/>
          <p:nvPr>
            <p:ph idx="13" type="title"/>
          </p:nvPr>
        </p:nvSpPr>
        <p:spPr>
          <a:xfrm>
            <a:off x="88400" y="77750"/>
            <a:ext cx="70656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Why Supervised Learning First ?</a:t>
            </a:r>
            <a:endParaRPr/>
          </a:p>
        </p:txBody>
      </p:sp>
      <p:sp>
        <p:nvSpPr>
          <p:cNvPr id="1085" name="Google Shape;1085;p82"/>
          <p:cNvSpPr txBox="1"/>
          <p:nvPr>
            <p:ph idx="4294967295" type="body"/>
          </p:nvPr>
        </p:nvSpPr>
        <p:spPr>
          <a:xfrm>
            <a:off x="88400" y="739925"/>
            <a:ext cx="8468700" cy="780300"/>
          </a:xfrm>
          <a:prstGeom prst="rect">
            <a:avLst/>
          </a:prstGeom>
        </p:spPr>
        <p:txBody>
          <a:bodyPr anchorCtr="0" anchor="t" bIns="91425" lIns="91425" spcFirstLastPara="1" rIns="91425" wrap="square" tIns="91425">
            <a:spAutoFit/>
          </a:bodyPr>
          <a:lstStyle/>
          <a:p>
            <a:pPr indent="0" lvl="0" marL="0" rtl="0" algn="l">
              <a:spcBef>
                <a:spcPts val="0"/>
              </a:spcBef>
              <a:spcAft>
                <a:spcPts val="800"/>
              </a:spcAft>
              <a:buNone/>
            </a:pPr>
            <a:r>
              <a:rPr b="1" lang="en" sz="1800">
                <a:solidFill>
                  <a:srgbClr val="000000"/>
                </a:solidFill>
                <a:latin typeface="Arial"/>
                <a:ea typeface="Arial"/>
                <a:cs typeface="Arial"/>
                <a:sym typeface="Arial"/>
              </a:rPr>
              <a:t>Challenge:</a:t>
            </a:r>
            <a:r>
              <a:rPr lang="en" sz="1800">
                <a:solidFill>
                  <a:srgbClr val="000000"/>
                </a:solidFill>
                <a:latin typeface="Arial"/>
                <a:ea typeface="Arial"/>
                <a:cs typeface="Arial"/>
                <a:sym typeface="Arial"/>
              </a:rPr>
              <a:t> Detecting and classifying malicious network traffic requires understanding how attack and normal flows differ.</a:t>
            </a:r>
            <a:endParaRPr sz="1700">
              <a:latin typeface="Sora Light"/>
              <a:ea typeface="Sora Light"/>
              <a:cs typeface="Sora Light"/>
              <a:sym typeface="Sora Light"/>
            </a:endParaRPr>
          </a:p>
        </p:txBody>
      </p:sp>
      <p:sp>
        <p:nvSpPr>
          <p:cNvPr id="1086" name="Google Shape;1086;p82"/>
          <p:cNvSpPr/>
          <p:nvPr/>
        </p:nvSpPr>
        <p:spPr>
          <a:xfrm flipH="1" rot="10800000">
            <a:off x="194250" y="3192682"/>
            <a:ext cx="86616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7" name="Google Shape;1087;p82"/>
          <p:cNvSpPr txBox="1"/>
          <p:nvPr>
            <p:ph idx="6" type="title"/>
          </p:nvPr>
        </p:nvSpPr>
        <p:spPr>
          <a:xfrm>
            <a:off x="231600" y="2721600"/>
            <a:ext cx="8586900" cy="496500"/>
          </a:xfrm>
          <a:prstGeom prst="rect">
            <a:avLst/>
          </a:prstGeom>
        </p:spPr>
        <p:txBody>
          <a:bodyPr anchorCtr="0" anchor="ctr" bIns="91425" lIns="0" spcFirstLastPara="1" rIns="91425" wrap="square" tIns="91425">
            <a:noAutofit/>
          </a:bodyPr>
          <a:lstStyle/>
          <a:p>
            <a:pPr indent="0" lvl="0" marL="0" rtl="0" algn="just">
              <a:lnSpc>
                <a:spcPct val="115000"/>
              </a:lnSpc>
              <a:spcBef>
                <a:spcPts val="0"/>
              </a:spcBef>
              <a:spcAft>
                <a:spcPts val="0"/>
              </a:spcAft>
              <a:buNone/>
            </a:pPr>
            <a:r>
              <a:rPr lang="en" sz="1600"/>
              <a:t>Enables quantitative model comparison (accuracy, F1, precision, recall).</a:t>
            </a:r>
            <a:endParaRPr sz="1600"/>
          </a:p>
          <a:p>
            <a:pPr indent="0" lvl="0" marL="0" rtl="0" algn="l">
              <a:lnSpc>
                <a:spcPct val="115000"/>
              </a:lnSpc>
              <a:spcBef>
                <a:spcPts val="0"/>
              </a:spcBef>
              <a:spcAft>
                <a:spcPts val="0"/>
              </a:spcAft>
              <a:buNone/>
            </a:pPr>
            <a:r>
              <a:t/>
            </a:r>
            <a:endParaRPr/>
          </a:p>
        </p:txBody>
      </p:sp>
      <p:sp>
        <p:nvSpPr>
          <p:cNvPr id="1088" name="Google Shape;1088;p82"/>
          <p:cNvSpPr/>
          <p:nvPr/>
        </p:nvSpPr>
        <p:spPr>
          <a:xfrm flipH="1" rot="10800000">
            <a:off x="194250" y="3834782"/>
            <a:ext cx="86616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9" name="Google Shape;1089;p82"/>
          <p:cNvSpPr txBox="1"/>
          <p:nvPr>
            <p:ph idx="6" type="title"/>
          </p:nvPr>
        </p:nvSpPr>
        <p:spPr>
          <a:xfrm>
            <a:off x="231600" y="3333000"/>
            <a:ext cx="8586900" cy="496500"/>
          </a:xfrm>
          <a:prstGeom prst="rect">
            <a:avLst/>
          </a:prstGeom>
        </p:spPr>
        <p:txBody>
          <a:bodyPr anchorCtr="0" anchor="ctr" bIns="91425" lIns="0" spcFirstLastPara="1" rIns="91425" wrap="square" tIns="91425">
            <a:noAutofit/>
          </a:bodyPr>
          <a:lstStyle/>
          <a:p>
            <a:pPr indent="0" lvl="0" marL="0" rtl="0" algn="just">
              <a:lnSpc>
                <a:spcPct val="115000"/>
              </a:lnSpc>
              <a:spcBef>
                <a:spcPts val="0"/>
              </a:spcBef>
              <a:spcAft>
                <a:spcPts val="0"/>
              </a:spcAft>
              <a:buNone/>
            </a:pPr>
            <a:r>
              <a:rPr lang="en" sz="1600"/>
              <a:t>Helps identify which </a:t>
            </a:r>
            <a:r>
              <a:rPr b="1" lang="en" sz="1600"/>
              <a:t>NetFlow features</a:t>
            </a:r>
            <a:r>
              <a:rPr lang="en" sz="1600"/>
              <a:t> separate attack vs. normal.</a:t>
            </a:r>
            <a:endParaRPr sz="1600"/>
          </a:p>
          <a:p>
            <a:pPr indent="0" lvl="0" marL="0" rtl="0" algn="l">
              <a:lnSpc>
                <a:spcPct val="115000"/>
              </a:lnSpc>
              <a:spcBef>
                <a:spcPts val="0"/>
              </a:spcBef>
              <a:spcAft>
                <a:spcPts val="0"/>
              </a:spcAft>
              <a:buNone/>
            </a:pPr>
            <a:r>
              <a:t/>
            </a:r>
            <a:endParaRPr/>
          </a:p>
        </p:txBody>
      </p:sp>
      <p:sp>
        <p:nvSpPr>
          <p:cNvPr id="1090" name="Google Shape;1090;p82"/>
          <p:cNvSpPr/>
          <p:nvPr/>
        </p:nvSpPr>
        <p:spPr>
          <a:xfrm flipH="1" rot="10800000">
            <a:off x="194250" y="4476882"/>
            <a:ext cx="86616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1" name="Google Shape;1091;p82"/>
          <p:cNvSpPr txBox="1"/>
          <p:nvPr>
            <p:ph idx="6" type="title"/>
          </p:nvPr>
        </p:nvSpPr>
        <p:spPr>
          <a:xfrm>
            <a:off x="231600" y="3997325"/>
            <a:ext cx="8586900" cy="496500"/>
          </a:xfrm>
          <a:prstGeom prst="rect">
            <a:avLst/>
          </a:prstGeom>
        </p:spPr>
        <p:txBody>
          <a:bodyPr anchorCtr="0" anchor="ctr" bIns="91425" lIns="0" spcFirstLastPara="1" rIns="91425" wrap="square" tIns="91425">
            <a:noAutofit/>
          </a:bodyPr>
          <a:lstStyle/>
          <a:p>
            <a:pPr indent="0" lvl="0" marL="0" rtl="0" algn="just">
              <a:lnSpc>
                <a:spcPct val="115000"/>
              </a:lnSpc>
              <a:spcBef>
                <a:spcPts val="0"/>
              </a:spcBef>
              <a:spcAft>
                <a:spcPts val="0"/>
              </a:spcAft>
              <a:buNone/>
            </a:pPr>
            <a:r>
              <a:rPr lang="en" sz="1600"/>
              <a:t>Provides </a:t>
            </a:r>
            <a:r>
              <a:rPr b="1" lang="en" sz="1600"/>
              <a:t>baseline performance</a:t>
            </a:r>
            <a:r>
              <a:rPr lang="en" sz="1600"/>
              <a:t> for later unsupervised detection (future goal).</a:t>
            </a:r>
            <a:endParaRPr sz="1600"/>
          </a:p>
          <a:p>
            <a:pPr indent="0" lvl="0" marL="0" rtl="0" algn="l">
              <a:lnSpc>
                <a:spcPct val="115000"/>
              </a:lnSpc>
              <a:spcBef>
                <a:spcPts val="0"/>
              </a:spcBef>
              <a:spcAft>
                <a:spcPts val="0"/>
              </a:spcAft>
              <a:buNone/>
            </a:pPr>
            <a:r>
              <a:t/>
            </a:r>
            <a:endParaRPr/>
          </a:p>
        </p:txBody>
      </p:sp>
      <p:sp>
        <p:nvSpPr>
          <p:cNvPr id="1092" name="Google Shape;1092;p82"/>
          <p:cNvSpPr/>
          <p:nvPr/>
        </p:nvSpPr>
        <p:spPr>
          <a:xfrm flipH="1" rot="10800000">
            <a:off x="194250" y="5004657"/>
            <a:ext cx="86616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3" name="Google Shape;1093;p82"/>
          <p:cNvSpPr txBox="1"/>
          <p:nvPr>
            <p:ph idx="6" type="title"/>
          </p:nvPr>
        </p:nvSpPr>
        <p:spPr>
          <a:xfrm>
            <a:off x="231600" y="4585050"/>
            <a:ext cx="8586900" cy="496500"/>
          </a:xfrm>
          <a:prstGeom prst="rect">
            <a:avLst/>
          </a:prstGeom>
        </p:spPr>
        <p:txBody>
          <a:bodyPr anchorCtr="0" anchor="ctr" bIns="91425" lIns="0" spcFirstLastPara="1" rIns="91425" wrap="square" tIns="91425">
            <a:noAutofit/>
          </a:bodyPr>
          <a:lstStyle/>
          <a:p>
            <a:pPr indent="0" lvl="0" marL="0" rtl="0" algn="just">
              <a:lnSpc>
                <a:spcPct val="115000"/>
              </a:lnSpc>
              <a:spcBef>
                <a:spcPts val="0"/>
              </a:spcBef>
              <a:spcAft>
                <a:spcPts val="0"/>
              </a:spcAft>
              <a:buNone/>
            </a:pPr>
            <a:r>
              <a:rPr lang="en" sz="1600"/>
              <a:t>Builds trust in model pipeline before generalizing to unseen attacks.</a:t>
            </a:r>
            <a:endParaRPr sz="1600"/>
          </a:p>
          <a:p>
            <a:pPr indent="0" lvl="0" marL="0" rtl="0" algn="l">
              <a:lnSpc>
                <a:spcPct val="115000"/>
              </a:lnSpc>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83"/>
          <p:cNvSpPr/>
          <p:nvPr/>
        </p:nvSpPr>
        <p:spPr>
          <a:xfrm>
            <a:off x="597000" y="1008725"/>
            <a:ext cx="3465600" cy="1987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101275" lIns="101275" spcFirstLastPara="1" rIns="101275" wrap="square" tIns="101275">
            <a:noAutofit/>
          </a:bodyPr>
          <a:lstStyle/>
          <a:p>
            <a:pPr indent="0" lvl="0" marL="0" rtl="0" algn="ctr">
              <a:spcBef>
                <a:spcPts val="0"/>
              </a:spcBef>
              <a:spcAft>
                <a:spcPts val="0"/>
              </a:spcAft>
              <a:buNone/>
            </a:pPr>
            <a:r>
              <a:t/>
            </a:r>
            <a:endParaRPr sz="1550">
              <a:solidFill>
                <a:schemeClr val="lt1"/>
              </a:solidFill>
              <a:latin typeface="Sora"/>
              <a:ea typeface="Sora"/>
              <a:cs typeface="Sora"/>
              <a:sym typeface="Sora"/>
            </a:endParaRPr>
          </a:p>
        </p:txBody>
      </p:sp>
      <p:cxnSp>
        <p:nvCxnSpPr>
          <p:cNvPr id="1099" name="Google Shape;1099;p83"/>
          <p:cNvCxnSpPr/>
          <p:nvPr/>
        </p:nvCxnSpPr>
        <p:spPr>
          <a:xfrm>
            <a:off x="1865850" y="392700"/>
            <a:ext cx="0" cy="390300"/>
          </a:xfrm>
          <a:prstGeom prst="straightConnector1">
            <a:avLst/>
          </a:prstGeom>
          <a:noFill/>
          <a:ln cap="flat" cmpd="sng" w="19050">
            <a:solidFill>
              <a:schemeClr val="lt2"/>
            </a:solidFill>
            <a:prstDash val="solid"/>
            <a:round/>
            <a:headEnd len="med" w="med" type="none"/>
            <a:tailEnd len="med" w="med" type="none"/>
          </a:ln>
        </p:spPr>
      </p:cxnSp>
      <p:sp>
        <p:nvSpPr>
          <p:cNvPr id="1100" name="Google Shape;1100;p83"/>
          <p:cNvSpPr txBox="1"/>
          <p:nvPr>
            <p:ph idx="5" type="title"/>
          </p:nvPr>
        </p:nvSpPr>
        <p:spPr>
          <a:xfrm>
            <a:off x="1846775" y="327750"/>
            <a:ext cx="51774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b="1" lang="en" sz="2500">
                <a:latin typeface="IBM Plex Sans"/>
                <a:ea typeface="IBM Plex Sans"/>
                <a:cs typeface="IBM Plex Sans"/>
                <a:sym typeface="IBM Plex Sans"/>
              </a:rPr>
              <a:t>Chosen ML Models and Rationale</a:t>
            </a:r>
            <a:endParaRPr/>
          </a:p>
        </p:txBody>
      </p:sp>
      <p:sp>
        <p:nvSpPr>
          <p:cNvPr id="1101" name="Google Shape;1101;p83"/>
          <p:cNvSpPr txBox="1"/>
          <p:nvPr/>
        </p:nvSpPr>
        <p:spPr>
          <a:xfrm>
            <a:off x="597000" y="1468852"/>
            <a:ext cx="451200" cy="1068000"/>
          </a:xfrm>
          <a:prstGeom prst="rect">
            <a:avLst/>
          </a:prstGeom>
          <a:noFill/>
          <a:ln>
            <a:noFill/>
          </a:ln>
        </p:spPr>
        <p:txBody>
          <a:bodyPr anchorCtr="0" anchor="ctr" bIns="101275" lIns="101275" spcFirstLastPara="1" rIns="101275" wrap="square" tIns="101275">
            <a:noAutofit/>
          </a:bodyPr>
          <a:lstStyle/>
          <a:p>
            <a:pPr indent="0" lvl="0" marL="0" rtl="0" algn="l">
              <a:spcBef>
                <a:spcPts val="0"/>
              </a:spcBef>
              <a:spcAft>
                <a:spcPts val="0"/>
              </a:spcAft>
              <a:buNone/>
            </a:pPr>
            <a:r>
              <a:rPr lang="en" sz="1993">
                <a:solidFill>
                  <a:schemeClr val="lt1"/>
                </a:solidFill>
                <a:latin typeface="IBM Plex Sans Medium"/>
                <a:ea typeface="IBM Plex Sans Medium"/>
                <a:cs typeface="IBM Plex Sans Medium"/>
                <a:sym typeface="IBM Plex Sans Medium"/>
              </a:rPr>
              <a:t>1</a:t>
            </a:r>
            <a:endParaRPr sz="1993">
              <a:solidFill>
                <a:schemeClr val="lt1"/>
              </a:solidFill>
              <a:latin typeface="IBM Plex Sans Medium"/>
              <a:ea typeface="IBM Plex Sans Medium"/>
              <a:cs typeface="IBM Plex Sans Medium"/>
              <a:sym typeface="IBM Plex Sans Medium"/>
            </a:endParaRPr>
          </a:p>
        </p:txBody>
      </p:sp>
      <p:sp>
        <p:nvSpPr>
          <p:cNvPr id="1102" name="Google Shape;1102;p83"/>
          <p:cNvSpPr txBox="1"/>
          <p:nvPr>
            <p:ph idx="7" type="subTitle"/>
          </p:nvPr>
        </p:nvSpPr>
        <p:spPr>
          <a:xfrm>
            <a:off x="1336651" y="1008717"/>
            <a:ext cx="2653200" cy="454500"/>
          </a:xfrm>
          <a:prstGeom prst="rect">
            <a:avLst/>
          </a:prstGeom>
        </p:spPr>
        <p:txBody>
          <a:bodyPr anchorCtr="0" anchor="t" bIns="101275" lIns="101275" spcFirstLastPara="1" rIns="101275" wrap="square" tIns="101275">
            <a:noAutofit/>
          </a:bodyPr>
          <a:lstStyle/>
          <a:p>
            <a:pPr indent="0" lvl="0" marL="0" rtl="0" algn="l">
              <a:spcBef>
                <a:spcPts val="0"/>
              </a:spcBef>
              <a:spcAft>
                <a:spcPts val="0"/>
              </a:spcAft>
              <a:buNone/>
            </a:pPr>
            <a:r>
              <a:rPr lang="en" sz="1329"/>
              <a:t>Logistic Regression</a:t>
            </a:r>
            <a:endParaRPr sz="1329"/>
          </a:p>
        </p:txBody>
      </p:sp>
      <p:sp>
        <p:nvSpPr>
          <p:cNvPr id="1103" name="Google Shape;1103;p83"/>
          <p:cNvSpPr txBox="1"/>
          <p:nvPr>
            <p:ph idx="1" type="body"/>
          </p:nvPr>
        </p:nvSpPr>
        <p:spPr>
          <a:xfrm>
            <a:off x="742100" y="1309013"/>
            <a:ext cx="2825400" cy="1598400"/>
          </a:xfrm>
          <a:prstGeom prst="rect">
            <a:avLst/>
          </a:prstGeom>
        </p:spPr>
        <p:txBody>
          <a:bodyPr anchorCtr="0" anchor="t" bIns="101275" lIns="101275" spcFirstLastPara="1" rIns="101275" wrap="square" tIns="101275">
            <a:noAutofit/>
          </a:bodyPr>
          <a:lstStyle/>
          <a:p>
            <a:pPr indent="-305293" lvl="0" marL="457200" rtl="0" algn="l">
              <a:spcBef>
                <a:spcPts val="0"/>
              </a:spcBef>
              <a:spcAft>
                <a:spcPts val="0"/>
              </a:spcAft>
              <a:buSzPts val="1208"/>
              <a:buFont typeface="Sora"/>
              <a:buChar char="●"/>
            </a:pPr>
            <a:r>
              <a:rPr b="1" lang="en" sz="1207">
                <a:latin typeface="Sora"/>
                <a:ea typeface="Sora"/>
                <a:cs typeface="Sora"/>
                <a:sym typeface="Sora"/>
              </a:rPr>
              <a:t>Simple linear baseline for quick comparison.</a:t>
            </a:r>
            <a:endParaRPr b="1" sz="1207">
              <a:latin typeface="Sora"/>
              <a:ea typeface="Sora"/>
              <a:cs typeface="Sora"/>
              <a:sym typeface="Sora"/>
            </a:endParaRPr>
          </a:p>
          <a:p>
            <a:pPr indent="-305293" lvl="0" marL="457200" rtl="0" algn="l">
              <a:spcBef>
                <a:spcPts val="0"/>
              </a:spcBef>
              <a:spcAft>
                <a:spcPts val="0"/>
              </a:spcAft>
              <a:buSzPts val="1208"/>
              <a:buFont typeface="Sora"/>
              <a:buChar char="●"/>
            </a:pPr>
            <a:r>
              <a:rPr b="1" lang="en" sz="1207">
                <a:latin typeface="Sora"/>
                <a:ea typeface="Sora"/>
                <a:cs typeface="Sora"/>
                <a:sym typeface="Sora"/>
              </a:rPr>
              <a:t>Interpretable coefficients reveal important features.</a:t>
            </a:r>
            <a:endParaRPr b="1" sz="1207">
              <a:latin typeface="Sora"/>
              <a:ea typeface="Sora"/>
              <a:cs typeface="Sora"/>
              <a:sym typeface="Sora"/>
            </a:endParaRPr>
          </a:p>
          <a:p>
            <a:pPr indent="-305293" lvl="0" marL="457200" rtl="0" algn="l">
              <a:spcBef>
                <a:spcPts val="0"/>
              </a:spcBef>
              <a:spcAft>
                <a:spcPts val="0"/>
              </a:spcAft>
              <a:buSzPts val="1208"/>
              <a:buFont typeface="Sora"/>
              <a:buChar char="●"/>
            </a:pPr>
            <a:r>
              <a:rPr b="1" lang="en" sz="1207">
                <a:latin typeface="Sora"/>
                <a:ea typeface="Sora"/>
                <a:cs typeface="Sora"/>
                <a:sym typeface="Sora"/>
              </a:rPr>
              <a:t>Good for establishing benchmark classification accuracy.</a:t>
            </a:r>
            <a:endParaRPr b="1" sz="1207">
              <a:latin typeface="Sora"/>
              <a:ea typeface="Sora"/>
              <a:cs typeface="Sora"/>
              <a:sym typeface="Sora"/>
            </a:endParaRPr>
          </a:p>
        </p:txBody>
      </p:sp>
      <p:sp>
        <p:nvSpPr>
          <p:cNvPr id="1104" name="Google Shape;1104;p83"/>
          <p:cNvSpPr/>
          <p:nvPr/>
        </p:nvSpPr>
        <p:spPr>
          <a:xfrm>
            <a:off x="597000" y="3066600"/>
            <a:ext cx="3465600" cy="1987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101275" lIns="101275" spcFirstLastPara="1" rIns="101275" wrap="square" tIns="101275">
            <a:noAutofit/>
          </a:bodyPr>
          <a:lstStyle/>
          <a:p>
            <a:pPr indent="0" lvl="0" marL="0" rtl="0" algn="ctr">
              <a:spcBef>
                <a:spcPts val="0"/>
              </a:spcBef>
              <a:spcAft>
                <a:spcPts val="0"/>
              </a:spcAft>
              <a:buNone/>
            </a:pPr>
            <a:r>
              <a:t/>
            </a:r>
            <a:endParaRPr sz="1550">
              <a:solidFill>
                <a:schemeClr val="lt1"/>
              </a:solidFill>
              <a:latin typeface="Sora"/>
              <a:ea typeface="Sora"/>
              <a:cs typeface="Sora"/>
              <a:sym typeface="Sora"/>
            </a:endParaRPr>
          </a:p>
        </p:txBody>
      </p:sp>
      <p:sp>
        <p:nvSpPr>
          <p:cNvPr id="1105" name="Google Shape;1105;p83"/>
          <p:cNvSpPr txBox="1"/>
          <p:nvPr/>
        </p:nvSpPr>
        <p:spPr>
          <a:xfrm>
            <a:off x="597000" y="3526727"/>
            <a:ext cx="451200" cy="1068000"/>
          </a:xfrm>
          <a:prstGeom prst="rect">
            <a:avLst/>
          </a:prstGeom>
          <a:noFill/>
          <a:ln>
            <a:noFill/>
          </a:ln>
        </p:spPr>
        <p:txBody>
          <a:bodyPr anchorCtr="0" anchor="ctr" bIns="101275" lIns="101275" spcFirstLastPara="1" rIns="101275" wrap="square" tIns="101275">
            <a:noAutofit/>
          </a:bodyPr>
          <a:lstStyle/>
          <a:p>
            <a:pPr indent="0" lvl="0" marL="0" rtl="0" algn="l">
              <a:spcBef>
                <a:spcPts val="0"/>
              </a:spcBef>
              <a:spcAft>
                <a:spcPts val="0"/>
              </a:spcAft>
              <a:buNone/>
            </a:pPr>
            <a:r>
              <a:rPr lang="en" sz="1993">
                <a:solidFill>
                  <a:schemeClr val="lt1"/>
                </a:solidFill>
                <a:latin typeface="IBM Plex Sans Medium"/>
                <a:ea typeface="IBM Plex Sans Medium"/>
                <a:cs typeface="IBM Plex Sans Medium"/>
                <a:sym typeface="IBM Plex Sans Medium"/>
              </a:rPr>
              <a:t>1</a:t>
            </a:r>
            <a:endParaRPr sz="1993">
              <a:solidFill>
                <a:schemeClr val="lt1"/>
              </a:solidFill>
              <a:latin typeface="IBM Plex Sans Medium"/>
              <a:ea typeface="IBM Plex Sans Medium"/>
              <a:cs typeface="IBM Plex Sans Medium"/>
              <a:sym typeface="IBM Plex Sans Medium"/>
            </a:endParaRPr>
          </a:p>
        </p:txBody>
      </p:sp>
      <p:sp>
        <p:nvSpPr>
          <p:cNvPr id="1106" name="Google Shape;1106;p83"/>
          <p:cNvSpPr txBox="1"/>
          <p:nvPr>
            <p:ph idx="7" type="subTitle"/>
          </p:nvPr>
        </p:nvSpPr>
        <p:spPr>
          <a:xfrm>
            <a:off x="1199650" y="3066600"/>
            <a:ext cx="2574000" cy="454500"/>
          </a:xfrm>
          <a:prstGeom prst="rect">
            <a:avLst/>
          </a:prstGeom>
        </p:spPr>
        <p:txBody>
          <a:bodyPr anchorCtr="0" anchor="t" bIns="101275" lIns="101275" spcFirstLastPara="1" rIns="101275" wrap="square" tIns="101275">
            <a:noAutofit/>
          </a:bodyPr>
          <a:lstStyle/>
          <a:p>
            <a:pPr indent="0" lvl="0" marL="0" rtl="0" algn="l">
              <a:spcBef>
                <a:spcPts val="0"/>
              </a:spcBef>
              <a:spcAft>
                <a:spcPts val="0"/>
              </a:spcAft>
              <a:buNone/>
            </a:pPr>
            <a:r>
              <a:rPr lang="en" sz="1329"/>
              <a:t>Support Vector Machine</a:t>
            </a:r>
            <a:endParaRPr sz="1329"/>
          </a:p>
        </p:txBody>
      </p:sp>
      <p:sp>
        <p:nvSpPr>
          <p:cNvPr id="1107" name="Google Shape;1107;p83"/>
          <p:cNvSpPr txBox="1"/>
          <p:nvPr>
            <p:ph idx="1" type="body"/>
          </p:nvPr>
        </p:nvSpPr>
        <p:spPr>
          <a:xfrm>
            <a:off x="742100" y="3366900"/>
            <a:ext cx="3031500" cy="1598400"/>
          </a:xfrm>
          <a:prstGeom prst="rect">
            <a:avLst/>
          </a:prstGeom>
        </p:spPr>
        <p:txBody>
          <a:bodyPr anchorCtr="0" anchor="t" bIns="101275" lIns="101275" spcFirstLastPara="1" rIns="101275" wrap="square" tIns="101275">
            <a:noAutofit/>
          </a:bodyPr>
          <a:lstStyle/>
          <a:p>
            <a:pPr indent="-305293" lvl="0" marL="457200" rtl="0" algn="l">
              <a:spcBef>
                <a:spcPts val="0"/>
              </a:spcBef>
              <a:spcAft>
                <a:spcPts val="0"/>
              </a:spcAft>
              <a:buSzPts val="1208"/>
              <a:buFont typeface="Sora"/>
              <a:buChar char="●"/>
            </a:pPr>
            <a:r>
              <a:rPr b="1" lang="en" sz="1207">
                <a:latin typeface="Sora"/>
                <a:ea typeface="Sora"/>
                <a:cs typeface="Sora"/>
                <a:sym typeface="Sora"/>
              </a:rPr>
              <a:t>Used SVC  for binary classification.</a:t>
            </a:r>
            <a:endParaRPr b="1" sz="1207">
              <a:latin typeface="Sora"/>
              <a:ea typeface="Sora"/>
              <a:cs typeface="Sora"/>
              <a:sym typeface="Sora"/>
            </a:endParaRPr>
          </a:p>
          <a:p>
            <a:pPr indent="-305293" lvl="0" marL="457200" rtl="0" algn="l">
              <a:spcBef>
                <a:spcPts val="0"/>
              </a:spcBef>
              <a:spcAft>
                <a:spcPts val="0"/>
              </a:spcAft>
              <a:buSzPts val="1208"/>
              <a:buFont typeface="Sora"/>
              <a:buChar char="●"/>
            </a:pPr>
            <a:r>
              <a:rPr b="1" lang="en" sz="1207">
                <a:latin typeface="Sora"/>
                <a:ea typeface="Sora"/>
                <a:cs typeface="Sora"/>
                <a:sym typeface="Sora"/>
              </a:rPr>
              <a:t>RBF kernel handles complex, nonlinear data better than linear/polynomial.</a:t>
            </a:r>
            <a:endParaRPr b="1" sz="1207">
              <a:latin typeface="Sora"/>
              <a:ea typeface="Sora"/>
              <a:cs typeface="Sora"/>
              <a:sym typeface="Sora"/>
            </a:endParaRPr>
          </a:p>
          <a:p>
            <a:pPr indent="-305293" lvl="0" marL="457200" rtl="0" algn="l">
              <a:spcBef>
                <a:spcPts val="0"/>
              </a:spcBef>
              <a:spcAft>
                <a:spcPts val="0"/>
              </a:spcAft>
              <a:buSzPts val="1208"/>
              <a:buFont typeface="Sora"/>
              <a:buChar char="●"/>
            </a:pPr>
            <a:r>
              <a:rPr b="1" lang="en" sz="1207">
                <a:latin typeface="Sora"/>
                <a:ea typeface="Sora"/>
                <a:cs typeface="Sora"/>
                <a:sym typeface="Sora"/>
              </a:rPr>
              <a:t>Smooth decision boundaries ideal for NetFlow features.</a:t>
            </a:r>
            <a:endParaRPr b="1" sz="1207">
              <a:latin typeface="Sora"/>
              <a:ea typeface="Sora"/>
              <a:cs typeface="Sora"/>
              <a:sym typeface="Sora"/>
            </a:endParaRPr>
          </a:p>
        </p:txBody>
      </p:sp>
      <p:sp>
        <p:nvSpPr>
          <p:cNvPr id="1108" name="Google Shape;1108;p83"/>
          <p:cNvSpPr/>
          <p:nvPr/>
        </p:nvSpPr>
        <p:spPr>
          <a:xfrm>
            <a:off x="4845850" y="1008725"/>
            <a:ext cx="3465600" cy="1987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101275" lIns="101275" spcFirstLastPara="1" rIns="101275" wrap="square" tIns="101275">
            <a:noAutofit/>
          </a:bodyPr>
          <a:lstStyle/>
          <a:p>
            <a:pPr indent="0" lvl="0" marL="0" rtl="0" algn="ctr">
              <a:spcBef>
                <a:spcPts val="0"/>
              </a:spcBef>
              <a:spcAft>
                <a:spcPts val="0"/>
              </a:spcAft>
              <a:buNone/>
            </a:pPr>
            <a:r>
              <a:t/>
            </a:r>
            <a:endParaRPr sz="1550">
              <a:solidFill>
                <a:schemeClr val="lt1"/>
              </a:solidFill>
              <a:latin typeface="Sora"/>
              <a:ea typeface="Sora"/>
              <a:cs typeface="Sora"/>
              <a:sym typeface="Sora"/>
            </a:endParaRPr>
          </a:p>
        </p:txBody>
      </p:sp>
      <p:sp>
        <p:nvSpPr>
          <p:cNvPr id="1109" name="Google Shape;1109;p83"/>
          <p:cNvSpPr txBox="1"/>
          <p:nvPr/>
        </p:nvSpPr>
        <p:spPr>
          <a:xfrm>
            <a:off x="4845850" y="1468852"/>
            <a:ext cx="451200" cy="1068000"/>
          </a:xfrm>
          <a:prstGeom prst="rect">
            <a:avLst/>
          </a:prstGeom>
          <a:noFill/>
          <a:ln>
            <a:noFill/>
          </a:ln>
        </p:spPr>
        <p:txBody>
          <a:bodyPr anchorCtr="0" anchor="ctr" bIns="101275" lIns="101275" spcFirstLastPara="1" rIns="101275" wrap="square" tIns="101275">
            <a:noAutofit/>
          </a:bodyPr>
          <a:lstStyle/>
          <a:p>
            <a:pPr indent="0" lvl="0" marL="0" rtl="0" algn="l">
              <a:spcBef>
                <a:spcPts val="0"/>
              </a:spcBef>
              <a:spcAft>
                <a:spcPts val="0"/>
              </a:spcAft>
              <a:buNone/>
            </a:pPr>
            <a:r>
              <a:rPr lang="en" sz="1993">
                <a:solidFill>
                  <a:schemeClr val="lt1"/>
                </a:solidFill>
                <a:latin typeface="IBM Plex Sans Medium"/>
                <a:ea typeface="IBM Plex Sans Medium"/>
                <a:cs typeface="IBM Plex Sans Medium"/>
                <a:sym typeface="IBM Plex Sans Medium"/>
              </a:rPr>
              <a:t>1</a:t>
            </a:r>
            <a:endParaRPr sz="1993">
              <a:solidFill>
                <a:schemeClr val="lt1"/>
              </a:solidFill>
              <a:latin typeface="IBM Plex Sans Medium"/>
              <a:ea typeface="IBM Plex Sans Medium"/>
              <a:cs typeface="IBM Plex Sans Medium"/>
              <a:sym typeface="IBM Plex Sans Medium"/>
            </a:endParaRPr>
          </a:p>
        </p:txBody>
      </p:sp>
      <p:sp>
        <p:nvSpPr>
          <p:cNvPr id="1110" name="Google Shape;1110;p83"/>
          <p:cNvSpPr txBox="1"/>
          <p:nvPr>
            <p:ph idx="7" type="subTitle"/>
          </p:nvPr>
        </p:nvSpPr>
        <p:spPr>
          <a:xfrm>
            <a:off x="5722501" y="1008717"/>
            <a:ext cx="2653200" cy="454500"/>
          </a:xfrm>
          <a:prstGeom prst="rect">
            <a:avLst/>
          </a:prstGeom>
        </p:spPr>
        <p:txBody>
          <a:bodyPr anchorCtr="0" anchor="t" bIns="101275" lIns="101275" spcFirstLastPara="1" rIns="101275" wrap="square" tIns="101275">
            <a:noAutofit/>
          </a:bodyPr>
          <a:lstStyle/>
          <a:p>
            <a:pPr indent="0" lvl="0" marL="0" rtl="0" algn="l">
              <a:spcBef>
                <a:spcPts val="0"/>
              </a:spcBef>
              <a:spcAft>
                <a:spcPts val="0"/>
              </a:spcAft>
              <a:buNone/>
            </a:pPr>
            <a:r>
              <a:rPr lang="en" sz="1329"/>
              <a:t>Random Forest</a:t>
            </a:r>
            <a:endParaRPr sz="1329"/>
          </a:p>
        </p:txBody>
      </p:sp>
      <p:sp>
        <p:nvSpPr>
          <p:cNvPr id="1111" name="Google Shape;1111;p83"/>
          <p:cNvSpPr txBox="1"/>
          <p:nvPr>
            <p:ph idx="1" type="body"/>
          </p:nvPr>
        </p:nvSpPr>
        <p:spPr>
          <a:xfrm>
            <a:off x="4990950" y="1309025"/>
            <a:ext cx="3247800" cy="1598400"/>
          </a:xfrm>
          <a:prstGeom prst="rect">
            <a:avLst/>
          </a:prstGeom>
        </p:spPr>
        <p:txBody>
          <a:bodyPr anchorCtr="0" anchor="t" bIns="101275" lIns="101275" spcFirstLastPara="1" rIns="101275" wrap="square" tIns="101275">
            <a:noAutofit/>
          </a:bodyPr>
          <a:lstStyle/>
          <a:p>
            <a:pPr indent="-305293" lvl="0" marL="457200" rtl="0" algn="l">
              <a:spcBef>
                <a:spcPts val="0"/>
              </a:spcBef>
              <a:spcAft>
                <a:spcPts val="0"/>
              </a:spcAft>
              <a:buSzPts val="1208"/>
              <a:buFont typeface="Sora"/>
              <a:buChar char="●"/>
            </a:pPr>
            <a:r>
              <a:rPr b="1" lang="en" sz="1207">
                <a:latin typeface="Sora"/>
                <a:ea typeface="Sora"/>
                <a:cs typeface="Sora"/>
                <a:sym typeface="Sora"/>
              </a:rPr>
              <a:t>Ensemble of decision trees capturing nonlinear patterns.</a:t>
            </a:r>
            <a:endParaRPr b="1" sz="1207">
              <a:latin typeface="Sora"/>
              <a:ea typeface="Sora"/>
              <a:cs typeface="Sora"/>
              <a:sym typeface="Sora"/>
            </a:endParaRPr>
          </a:p>
          <a:p>
            <a:pPr indent="-305293" lvl="0" marL="457200" rtl="0" algn="l">
              <a:spcBef>
                <a:spcPts val="0"/>
              </a:spcBef>
              <a:spcAft>
                <a:spcPts val="0"/>
              </a:spcAft>
              <a:buSzPts val="1208"/>
              <a:buFont typeface="Sora"/>
              <a:buChar char="●"/>
            </a:pPr>
            <a:r>
              <a:rPr b="1" lang="en" sz="1207">
                <a:latin typeface="Sora"/>
                <a:ea typeface="Sora"/>
                <a:cs typeface="Sora"/>
                <a:sym typeface="Sora"/>
              </a:rPr>
              <a:t>Reduces overfitting through averaging across trees.</a:t>
            </a:r>
            <a:endParaRPr b="1" sz="1207">
              <a:latin typeface="Sora"/>
              <a:ea typeface="Sora"/>
              <a:cs typeface="Sora"/>
              <a:sym typeface="Sora"/>
            </a:endParaRPr>
          </a:p>
          <a:p>
            <a:pPr indent="-305293" lvl="0" marL="457200" rtl="0" algn="l">
              <a:spcBef>
                <a:spcPts val="0"/>
              </a:spcBef>
              <a:spcAft>
                <a:spcPts val="0"/>
              </a:spcAft>
              <a:buSzPts val="1208"/>
              <a:buFont typeface="Sora"/>
              <a:buChar char="●"/>
            </a:pPr>
            <a:r>
              <a:rPr b="1" lang="en" sz="1207">
                <a:latin typeface="Sora"/>
                <a:ea typeface="Sora"/>
                <a:cs typeface="Sora"/>
                <a:sym typeface="Sora"/>
              </a:rPr>
              <a:t>Provides feature importance scores for interpretability.</a:t>
            </a:r>
            <a:endParaRPr b="1" sz="1207">
              <a:latin typeface="Sora"/>
              <a:ea typeface="Sora"/>
              <a:cs typeface="Sora"/>
              <a:sym typeface="Sora"/>
            </a:endParaRPr>
          </a:p>
        </p:txBody>
      </p:sp>
      <p:sp>
        <p:nvSpPr>
          <p:cNvPr id="1112" name="Google Shape;1112;p83"/>
          <p:cNvSpPr/>
          <p:nvPr/>
        </p:nvSpPr>
        <p:spPr>
          <a:xfrm>
            <a:off x="4845850" y="3066600"/>
            <a:ext cx="3465600" cy="1987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101275" lIns="101275" spcFirstLastPara="1" rIns="101275" wrap="square" tIns="101275">
            <a:noAutofit/>
          </a:bodyPr>
          <a:lstStyle/>
          <a:p>
            <a:pPr indent="0" lvl="0" marL="0" rtl="0" algn="ctr">
              <a:spcBef>
                <a:spcPts val="0"/>
              </a:spcBef>
              <a:spcAft>
                <a:spcPts val="0"/>
              </a:spcAft>
              <a:buNone/>
            </a:pPr>
            <a:r>
              <a:t/>
            </a:r>
            <a:endParaRPr sz="1550">
              <a:solidFill>
                <a:schemeClr val="lt1"/>
              </a:solidFill>
              <a:latin typeface="Sora"/>
              <a:ea typeface="Sora"/>
              <a:cs typeface="Sora"/>
              <a:sym typeface="Sora"/>
            </a:endParaRPr>
          </a:p>
        </p:txBody>
      </p:sp>
      <p:sp>
        <p:nvSpPr>
          <p:cNvPr id="1113" name="Google Shape;1113;p83"/>
          <p:cNvSpPr txBox="1"/>
          <p:nvPr/>
        </p:nvSpPr>
        <p:spPr>
          <a:xfrm>
            <a:off x="4845850" y="3526727"/>
            <a:ext cx="451200" cy="1068000"/>
          </a:xfrm>
          <a:prstGeom prst="rect">
            <a:avLst/>
          </a:prstGeom>
          <a:noFill/>
          <a:ln>
            <a:noFill/>
          </a:ln>
        </p:spPr>
        <p:txBody>
          <a:bodyPr anchorCtr="0" anchor="ctr" bIns="101275" lIns="101275" spcFirstLastPara="1" rIns="101275" wrap="square" tIns="101275">
            <a:noAutofit/>
          </a:bodyPr>
          <a:lstStyle/>
          <a:p>
            <a:pPr indent="0" lvl="0" marL="0" rtl="0" algn="l">
              <a:spcBef>
                <a:spcPts val="0"/>
              </a:spcBef>
              <a:spcAft>
                <a:spcPts val="0"/>
              </a:spcAft>
              <a:buNone/>
            </a:pPr>
            <a:r>
              <a:rPr lang="en" sz="1993">
                <a:solidFill>
                  <a:schemeClr val="lt1"/>
                </a:solidFill>
                <a:latin typeface="IBM Plex Sans Medium"/>
                <a:ea typeface="IBM Plex Sans Medium"/>
                <a:cs typeface="IBM Plex Sans Medium"/>
                <a:sym typeface="IBM Plex Sans Medium"/>
              </a:rPr>
              <a:t>1</a:t>
            </a:r>
            <a:endParaRPr sz="1993">
              <a:solidFill>
                <a:schemeClr val="lt1"/>
              </a:solidFill>
              <a:latin typeface="IBM Plex Sans Medium"/>
              <a:ea typeface="IBM Plex Sans Medium"/>
              <a:cs typeface="IBM Plex Sans Medium"/>
              <a:sym typeface="IBM Plex Sans Medium"/>
            </a:endParaRPr>
          </a:p>
        </p:txBody>
      </p:sp>
      <p:sp>
        <p:nvSpPr>
          <p:cNvPr id="1114" name="Google Shape;1114;p83"/>
          <p:cNvSpPr txBox="1"/>
          <p:nvPr>
            <p:ph idx="7" type="subTitle"/>
          </p:nvPr>
        </p:nvSpPr>
        <p:spPr>
          <a:xfrm>
            <a:off x="6027001" y="3066600"/>
            <a:ext cx="1363800" cy="454500"/>
          </a:xfrm>
          <a:prstGeom prst="rect">
            <a:avLst/>
          </a:prstGeom>
        </p:spPr>
        <p:txBody>
          <a:bodyPr anchorCtr="0" anchor="t" bIns="101275" lIns="101275" spcFirstLastPara="1" rIns="101275" wrap="square" tIns="101275">
            <a:noAutofit/>
          </a:bodyPr>
          <a:lstStyle/>
          <a:p>
            <a:pPr indent="0" lvl="0" marL="0" rtl="0" algn="l">
              <a:spcBef>
                <a:spcPts val="0"/>
              </a:spcBef>
              <a:spcAft>
                <a:spcPts val="0"/>
              </a:spcAft>
              <a:buNone/>
            </a:pPr>
            <a:r>
              <a:rPr lang="en" sz="1329"/>
              <a:t>XGBoost</a:t>
            </a:r>
            <a:endParaRPr sz="1329"/>
          </a:p>
        </p:txBody>
      </p:sp>
      <p:sp>
        <p:nvSpPr>
          <p:cNvPr id="1115" name="Google Shape;1115;p83"/>
          <p:cNvSpPr txBox="1"/>
          <p:nvPr>
            <p:ph idx="1" type="body"/>
          </p:nvPr>
        </p:nvSpPr>
        <p:spPr>
          <a:xfrm>
            <a:off x="4990950" y="3366900"/>
            <a:ext cx="3031500" cy="1598400"/>
          </a:xfrm>
          <a:prstGeom prst="rect">
            <a:avLst/>
          </a:prstGeom>
        </p:spPr>
        <p:txBody>
          <a:bodyPr anchorCtr="0" anchor="t" bIns="101275" lIns="101275" spcFirstLastPara="1" rIns="101275" wrap="square" tIns="101275">
            <a:noAutofit/>
          </a:bodyPr>
          <a:lstStyle/>
          <a:p>
            <a:pPr indent="-305293" lvl="0" marL="457200" rtl="0" algn="l">
              <a:spcBef>
                <a:spcPts val="0"/>
              </a:spcBef>
              <a:spcAft>
                <a:spcPts val="0"/>
              </a:spcAft>
              <a:buSzPts val="1208"/>
              <a:buFont typeface="Sora"/>
              <a:buChar char="●"/>
            </a:pPr>
            <a:r>
              <a:rPr b="1" lang="en" sz="1207">
                <a:latin typeface="Sora"/>
                <a:ea typeface="Sora"/>
                <a:cs typeface="Sora"/>
                <a:sym typeface="Sora"/>
              </a:rPr>
              <a:t>Gradient boosting algorithm for high performance on tabular data.</a:t>
            </a:r>
            <a:endParaRPr b="1" sz="1207">
              <a:latin typeface="Sora"/>
              <a:ea typeface="Sora"/>
              <a:cs typeface="Sora"/>
              <a:sym typeface="Sora"/>
            </a:endParaRPr>
          </a:p>
          <a:p>
            <a:pPr indent="-305293" lvl="0" marL="457200" rtl="0" algn="l">
              <a:spcBef>
                <a:spcPts val="0"/>
              </a:spcBef>
              <a:spcAft>
                <a:spcPts val="0"/>
              </a:spcAft>
              <a:buSzPts val="1208"/>
              <a:buFont typeface="Sora"/>
              <a:buChar char="●"/>
            </a:pPr>
            <a:r>
              <a:rPr b="1" lang="en" sz="1207">
                <a:latin typeface="Sora"/>
                <a:ea typeface="Sora"/>
                <a:cs typeface="Sora"/>
                <a:sym typeface="Sora"/>
              </a:rPr>
              <a:t>Handles feature interactions and imbalances effectively.</a:t>
            </a:r>
            <a:endParaRPr b="1" sz="1207">
              <a:latin typeface="Sora"/>
              <a:ea typeface="Sora"/>
              <a:cs typeface="Sora"/>
              <a:sym typeface="Sora"/>
            </a:endParaRPr>
          </a:p>
          <a:p>
            <a:pPr indent="-305293" lvl="0" marL="457200" rtl="0" algn="l">
              <a:spcBef>
                <a:spcPts val="0"/>
              </a:spcBef>
              <a:spcAft>
                <a:spcPts val="0"/>
              </a:spcAft>
              <a:buSzPts val="1208"/>
              <a:buFont typeface="Sora"/>
              <a:buChar char="●"/>
            </a:pPr>
            <a:r>
              <a:rPr b="1" lang="en" sz="1207">
                <a:latin typeface="Sora"/>
                <a:ea typeface="Sora"/>
                <a:cs typeface="Sora"/>
                <a:sym typeface="Sora"/>
              </a:rPr>
              <a:t>Offers feature importance ranking for explainability.</a:t>
            </a:r>
            <a:endParaRPr b="1" sz="1207">
              <a:latin typeface="Sora"/>
              <a:ea typeface="Sora"/>
              <a:cs typeface="Sora"/>
              <a:sym typeface="Sor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84"/>
          <p:cNvSpPr txBox="1"/>
          <p:nvPr>
            <p:ph idx="13" type="title"/>
          </p:nvPr>
        </p:nvSpPr>
        <p:spPr>
          <a:xfrm>
            <a:off x="0" y="457200"/>
            <a:ext cx="7279800" cy="1182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Results(SVM model) which made us test if the model was overfitting</a:t>
            </a:r>
            <a:endParaRPr/>
          </a:p>
        </p:txBody>
      </p:sp>
      <p:pic>
        <p:nvPicPr>
          <p:cNvPr id="1121" name="Google Shape;1121;p84"/>
          <p:cNvPicPr preferRelativeResize="0"/>
          <p:nvPr/>
        </p:nvPicPr>
        <p:blipFill>
          <a:blip r:embed="rId3">
            <a:alphaModFix/>
          </a:blip>
          <a:stretch>
            <a:fillRect/>
          </a:stretch>
        </p:blipFill>
        <p:spPr>
          <a:xfrm>
            <a:off x="152400" y="1842675"/>
            <a:ext cx="8839202" cy="2161174"/>
          </a:xfrm>
          <a:prstGeom prst="rect">
            <a:avLst/>
          </a:prstGeom>
          <a:noFill/>
          <a:ln>
            <a:noFill/>
          </a:ln>
        </p:spPr>
      </p:pic>
      <p:sp>
        <p:nvSpPr>
          <p:cNvPr id="1122" name="Google Shape;1122;p84"/>
          <p:cNvSpPr txBox="1"/>
          <p:nvPr/>
        </p:nvSpPr>
        <p:spPr>
          <a:xfrm>
            <a:off x="80525" y="4095225"/>
            <a:ext cx="77460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Sora"/>
                <a:ea typeface="Sora"/>
                <a:cs typeface="Sora"/>
                <a:sym typeface="Sora"/>
              </a:rPr>
              <a:t>*similar training results seen for other three models as well.</a:t>
            </a:r>
            <a:endParaRPr sz="1300">
              <a:solidFill>
                <a:schemeClr val="lt1"/>
              </a:solidFill>
              <a:latin typeface="Sora"/>
              <a:ea typeface="Sora"/>
              <a:cs typeface="Sora"/>
              <a:sym typeface="Sor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85"/>
          <p:cNvSpPr txBox="1"/>
          <p:nvPr>
            <p:ph idx="13" type="title"/>
          </p:nvPr>
        </p:nvSpPr>
        <p:spPr>
          <a:xfrm>
            <a:off x="436975" y="0"/>
            <a:ext cx="82635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Heatmap for corr b/w Features &amp; Label</a:t>
            </a:r>
            <a:endParaRPr/>
          </a:p>
        </p:txBody>
      </p:sp>
      <p:pic>
        <p:nvPicPr>
          <p:cNvPr id="1128" name="Google Shape;1128;p85"/>
          <p:cNvPicPr preferRelativeResize="0"/>
          <p:nvPr/>
        </p:nvPicPr>
        <p:blipFill>
          <a:blip r:embed="rId3">
            <a:alphaModFix/>
          </a:blip>
          <a:stretch>
            <a:fillRect/>
          </a:stretch>
        </p:blipFill>
        <p:spPr>
          <a:xfrm>
            <a:off x="2252712" y="798900"/>
            <a:ext cx="4732476" cy="41838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86"/>
          <p:cNvSpPr txBox="1"/>
          <p:nvPr/>
        </p:nvSpPr>
        <p:spPr>
          <a:xfrm>
            <a:off x="2152650" y="2120550"/>
            <a:ext cx="4838700" cy="90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Sora"/>
                <a:ea typeface="Sora"/>
                <a:cs typeface="Sora"/>
                <a:sym typeface="Sora"/>
              </a:rPr>
              <a:t>Future Work and Scope</a:t>
            </a:r>
            <a:endParaRPr sz="3000">
              <a:solidFill>
                <a:schemeClr val="dk1"/>
              </a:solidFill>
              <a:latin typeface="Sora"/>
              <a:ea typeface="Sora"/>
              <a:cs typeface="Sora"/>
              <a:sym typeface="Sor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87"/>
          <p:cNvSpPr txBox="1"/>
          <p:nvPr>
            <p:ph type="title"/>
          </p:nvPr>
        </p:nvSpPr>
        <p:spPr>
          <a:xfrm>
            <a:off x="432750" y="271750"/>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600"/>
              <a:t>Future Work</a:t>
            </a:r>
            <a:endParaRPr sz="3600"/>
          </a:p>
        </p:txBody>
      </p:sp>
      <p:sp>
        <p:nvSpPr>
          <p:cNvPr id="1139" name="Google Shape;1139;p87"/>
          <p:cNvSpPr txBox="1"/>
          <p:nvPr>
            <p:ph idx="2" type="body"/>
          </p:nvPr>
        </p:nvSpPr>
        <p:spPr>
          <a:xfrm>
            <a:off x="3235400" y="2417500"/>
            <a:ext cx="2611500" cy="26190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SzPts val="1400"/>
              <a:buChar char="●"/>
            </a:pPr>
            <a:r>
              <a:rPr lang="en" sz="1300"/>
              <a:t>Identify a time-series dataset</a:t>
            </a:r>
            <a:endParaRPr sz="1300"/>
          </a:p>
          <a:p>
            <a:pPr indent="-317500" lvl="0" marL="457200" rtl="0" algn="l">
              <a:lnSpc>
                <a:spcPct val="150000"/>
              </a:lnSpc>
              <a:spcBef>
                <a:spcPts val="0"/>
              </a:spcBef>
              <a:spcAft>
                <a:spcPts val="0"/>
              </a:spcAft>
              <a:buSzPts val="1400"/>
              <a:buChar char="●"/>
            </a:pPr>
            <a:r>
              <a:rPr lang="en" sz="1300"/>
              <a:t>Research different unsupervised models</a:t>
            </a:r>
            <a:endParaRPr sz="1300"/>
          </a:p>
          <a:p>
            <a:pPr indent="-311150" lvl="1" marL="914400" rtl="0" algn="l">
              <a:lnSpc>
                <a:spcPct val="150000"/>
              </a:lnSpc>
              <a:spcBef>
                <a:spcPts val="0"/>
              </a:spcBef>
              <a:spcAft>
                <a:spcPts val="0"/>
              </a:spcAft>
              <a:buSzPts val="1300"/>
              <a:buChar char="○"/>
            </a:pPr>
            <a:r>
              <a:rPr lang="en" sz="1300"/>
              <a:t>iForest</a:t>
            </a:r>
            <a:endParaRPr sz="1300"/>
          </a:p>
          <a:p>
            <a:pPr indent="-311150" lvl="1" marL="914400" rtl="0" algn="l">
              <a:lnSpc>
                <a:spcPct val="150000"/>
              </a:lnSpc>
              <a:spcBef>
                <a:spcPts val="0"/>
              </a:spcBef>
              <a:spcAft>
                <a:spcPts val="0"/>
              </a:spcAft>
              <a:buSzPts val="1300"/>
              <a:buChar char="○"/>
            </a:pPr>
            <a:r>
              <a:rPr lang="en" sz="1300"/>
              <a:t>OCSVM</a:t>
            </a:r>
            <a:endParaRPr sz="1300"/>
          </a:p>
          <a:p>
            <a:pPr indent="-311150" lvl="1" marL="914400" rtl="0" algn="l">
              <a:lnSpc>
                <a:spcPct val="150000"/>
              </a:lnSpc>
              <a:spcBef>
                <a:spcPts val="0"/>
              </a:spcBef>
              <a:spcAft>
                <a:spcPts val="0"/>
              </a:spcAft>
              <a:buSzPts val="1300"/>
              <a:buChar char="○"/>
            </a:pPr>
            <a:r>
              <a:rPr lang="en" sz="1300"/>
              <a:t>Autoencoders</a:t>
            </a:r>
            <a:endParaRPr sz="1300"/>
          </a:p>
          <a:p>
            <a:pPr indent="-311150" lvl="0" marL="457200" rtl="0" algn="l">
              <a:lnSpc>
                <a:spcPct val="150000"/>
              </a:lnSpc>
              <a:spcBef>
                <a:spcPts val="0"/>
              </a:spcBef>
              <a:spcAft>
                <a:spcPts val="0"/>
              </a:spcAft>
              <a:buSzPts val="1300"/>
              <a:buChar char="●"/>
            </a:pPr>
            <a:r>
              <a:rPr lang="en" sz="1300"/>
              <a:t>Implement models</a:t>
            </a:r>
            <a:endParaRPr sz="1300"/>
          </a:p>
        </p:txBody>
      </p:sp>
      <p:sp>
        <p:nvSpPr>
          <p:cNvPr id="1140" name="Google Shape;1140;p87"/>
          <p:cNvSpPr txBox="1"/>
          <p:nvPr>
            <p:ph idx="1" type="body"/>
          </p:nvPr>
        </p:nvSpPr>
        <p:spPr>
          <a:xfrm>
            <a:off x="409675" y="2417500"/>
            <a:ext cx="2529000" cy="26190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SzPts val="1300"/>
              <a:buChar char="●"/>
            </a:pPr>
            <a:r>
              <a:rPr lang="en" sz="1300"/>
              <a:t>DDoS attack types</a:t>
            </a:r>
            <a:endParaRPr sz="1300"/>
          </a:p>
          <a:p>
            <a:pPr indent="-311150" lvl="0" marL="457200" rtl="0" algn="l">
              <a:lnSpc>
                <a:spcPct val="150000"/>
              </a:lnSpc>
              <a:spcBef>
                <a:spcPts val="0"/>
              </a:spcBef>
              <a:spcAft>
                <a:spcPts val="0"/>
              </a:spcAft>
              <a:buSzPts val="1300"/>
              <a:buChar char="●"/>
            </a:pPr>
            <a:r>
              <a:rPr lang="en" sz="1300"/>
              <a:t>Infiltration </a:t>
            </a:r>
            <a:r>
              <a:rPr lang="en" sz="1300"/>
              <a:t>attack types</a:t>
            </a:r>
            <a:endParaRPr sz="1300"/>
          </a:p>
          <a:p>
            <a:pPr indent="-311150" lvl="0" marL="457200" rtl="0" algn="l">
              <a:lnSpc>
                <a:spcPct val="150000"/>
              </a:lnSpc>
              <a:spcBef>
                <a:spcPts val="0"/>
              </a:spcBef>
              <a:spcAft>
                <a:spcPts val="0"/>
              </a:spcAft>
              <a:buSzPts val="1300"/>
              <a:buChar char="●"/>
            </a:pPr>
            <a:r>
              <a:rPr lang="en" sz="1300"/>
              <a:t>Web-based attacks</a:t>
            </a:r>
            <a:endParaRPr sz="1300"/>
          </a:p>
          <a:p>
            <a:pPr indent="-311150" lvl="1" marL="914400" rtl="0" algn="l">
              <a:lnSpc>
                <a:spcPct val="150000"/>
              </a:lnSpc>
              <a:spcBef>
                <a:spcPts val="0"/>
              </a:spcBef>
              <a:spcAft>
                <a:spcPts val="0"/>
              </a:spcAft>
              <a:buSzPts val="1300"/>
              <a:buChar char="○"/>
            </a:pPr>
            <a:r>
              <a:rPr lang="en" sz="1300"/>
              <a:t>XSS Attacks</a:t>
            </a:r>
            <a:endParaRPr sz="1300"/>
          </a:p>
          <a:p>
            <a:pPr indent="-311150" lvl="1" marL="914400" rtl="0" algn="l">
              <a:lnSpc>
                <a:spcPct val="150000"/>
              </a:lnSpc>
              <a:spcBef>
                <a:spcPts val="0"/>
              </a:spcBef>
              <a:spcAft>
                <a:spcPts val="0"/>
              </a:spcAft>
              <a:buSzPts val="1300"/>
              <a:buChar char="○"/>
            </a:pPr>
            <a:r>
              <a:rPr lang="en" sz="1300"/>
              <a:t>SQLi Attacks</a:t>
            </a:r>
            <a:endParaRPr sz="1300"/>
          </a:p>
          <a:p>
            <a:pPr indent="-311150" lvl="1" marL="914400" rtl="0" algn="l">
              <a:lnSpc>
                <a:spcPct val="150000"/>
              </a:lnSpc>
              <a:spcBef>
                <a:spcPts val="0"/>
              </a:spcBef>
              <a:spcAft>
                <a:spcPts val="0"/>
              </a:spcAft>
              <a:buSzPts val="1300"/>
              <a:buChar char="○"/>
            </a:pPr>
            <a:r>
              <a:rPr lang="en" sz="1300"/>
              <a:t>Command Injection</a:t>
            </a:r>
            <a:endParaRPr sz="1300"/>
          </a:p>
        </p:txBody>
      </p:sp>
      <p:sp>
        <p:nvSpPr>
          <p:cNvPr id="1141" name="Google Shape;1141;p87"/>
          <p:cNvSpPr txBox="1"/>
          <p:nvPr>
            <p:ph idx="3" type="subTitle"/>
          </p:nvPr>
        </p:nvSpPr>
        <p:spPr>
          <a:xfrm>
            <a:off x="446425" y="1045197"/>
            <a:ext cx="2529000" cy="10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Expand to Other Attacks in the Dataset</a:t>
            </a:r>
            <a:endParaRPr/>
          </a:p>
        </p:txBody>
      </p:sp>
      <p:sp>
        <p:nvSpPr>
          <p:cNvPr id="1142" name="Google Shape;1142;p87"/>
          <p:cNvSpPr txBox="1"/>
          <p:nvPr>
            <p:ph idx="4" type="subTitle"/>
          </p:nvPr>
        </p:nvSpPr>
        <p:spPr>
          <a:xfrm>
            <a:off x="3228550" y="1045200"/>
            <a:ext cx="2730600" cy="10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Implement Unsupervised Anomaly Detection</a:t>
            </a:r>
            <a:endParaRPr/>
          </a:p>
        </p:txBody>
      </p:sp>
      <p:sp>
        <p:nvSpPr>
          <p:cNvPr id="1143" name="Google Shape;1143;p87"/>
          <p:cNvSpPr txBox="1"/>
          <p:nvPr>
            <p:ph idx="5" type="subTitle"/>
          </p:nvPr>
        </p:nvSpPr>
        <p:spPr>
          <a:xfrm>
            <a:off x="6212275" y="117150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 Time Simulation</a:t>
            </a:r>
            <a:endParaRPr/>
          </a:p>
        </p:txBody>
      </p:sp>
      <p:sp>
        <p:nvSpPr>
          <p:cNvPr id="1144" name="Google Shape;1144;p87"/>
          <p:cNvSpPr txBox="1"/>
          <p:nvPr>
            <p:ph idx="6" type="body"/>
          </p:nvPr>
        </p:nvSpPr>
        <p:spPr>
          <a:xfrm>
            <a:off x="6143625" y="2309825"/>
            <a:ext cx="2928900" cy="272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SzPts val="1300"/>
              <a:buChar char="●"/>
            </a:pPr>
            <a:r>
              <a:rPr lang="en" sz="1300"/>
              <a:t>Demonstrate trained model in a virtual environment/</a:t>
            </a:r>
            <a:endParaRPr sz="1300"/>
          </a:p>
          <a:p>
            <a:pPr indent="-311150" lvl="0" marL="457200" rtl="0" algn="l">
              <a:lnSpc>
                <a:spcPct val="150000"/>
              </a:lnSpc>
              <a:spcBef>
                <a:spcPts val="0"/>
              </a:spcBef>
              <a:spcAft>
                <a:spcPts val="0"/>
              </a:spcAft>
              <a:buSzPts val="1300"/>
              <a:buChar char="●"/>
            </a:pPr>
            <a:r>
              <a:rPr lang="en" sz="1300"/>
              <a:t>Model will be implemented in middleware to prevent attacks in a real-time system attack scenario to showcase model application.</a:t>
            </a:r>
            <a:endParaRPr sz="13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88"/>
          <p:cNvSpPr txBox="1"/>
          <p:nvPr>
            <p:ph idx="2" type="title"/>
          </p:nvPr>
        </p:nvSpPr>
        <p:spPr>
          <a:xfrm>
            <a:off x="147350" y="3337800"/>
            <a:ext cx="6215100" cy="8580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So in conclusion…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89"/>
          <p:cNvSpPr txBox="1"/>
          <p:nvPr>
            <p:ph type="title"/>
          </p:nvPr>
        </p:nvSpPr>
        <p:spPr>
          <a:xfrm>
            <a:off x="228600" y="2376350"/>
            <a:ext cx="6637500" cy="149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Any questions? </a:t>
            </a:r>
            <a:endParaRPr/>
          </a:p>
          <a:p>
            <a:pPr indent="0" lvl="0" marL="0" rtl="0" algn="l">
              <a:spcBef>
                <a:spcPts val="0"/>
              </a:spcBef>
              <a:spcAft>
                <a:spcPts val="0"/>
              </a:spcAft>
              <a:buNone/>
            </a:pPr>
            <a:r>
              <a:rPr lang="en"/>
              <a:t>Ask away!</a:t>
            </a:r>
            <a:endParaRPr/>
          </a:p>
        </p:txBody>
      </p:sp>
      <p:pic>
        <p:nvPicPr>
          <p:cNvPr id="1155" name="Google Shape;1155;p89"/>
          <p:cNvPicPr preferRelativeResize="0"/>
          <p:nvPr/>
        </p:nvPicPr>
        <p:blipFill>
          <a:blip r:embed="rId3">
            <a:alphaModFix/>
          </a:blip>
          <a:stretch>
            <a:fillRect/>
          </a:stretch>
        </p:blipFill>
        <p:spPr>
          <a:xfrm>
            <a:off x="6080700" y="1944638"/>
            <a:ext cx="2598525" cy="25985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90"/>
          <p:cNvSpPr txBox="1"/>
          <p:nvPr>
            <p:ph idx="13" type="title"/>
          </p:nvPr>
        </p:nvSpPr>
        <p:spPr>
          <a:xfrm>
            <a:off x="449025" y="502775"/>
            <a:ext cx="50907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References</a:t>
            </a:r>
            <a:endParaRPr/>
          </a:p>
        </p:txBody>
      </p:sp>
      <p:sp>
        <p:nvSpPr>
          <p:cNvPr id="1161" name="Google Shape;1161;p90"/>
          <p:cNvSpPr txBox="1"/>
          <p:nvPr/>
        </p:nvSpPr>
        <p:spPr>
          <a:xfrm>
            <a:off x="441600" y="1442525"/>
            <a:ext cx="8354700" cy="34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Sora"/>
                <a:ea typeface="Sora"/>
                <a:cs typeface="Sora"/>
                <a:sym typeface="Sora"/>
              </a:rPr>
              <a:t>Dataset: </a:t>
            </a:r>
            <a:endParaRPr b="1" sz="1600">
              <a:solidFill>
                <a:schemeClr val="lt1"/>
              </a:solidFill>
              <a:latin typeface="Sora"/>
              <a:ea typeface="Sora"/>
              <a:cs typeface="Sora"/>
              <a:sym typeface="Sora"/>
            </a:endParaRPr>
          </a:p>
          <a:p>
            <a:pPr indent="0" lvl="0" marL="0" rtl="0" algn="l">
              <a:spcBef>
                <a:spcPts val="0"/>
              </a:spcBef>
              <a:spcAft>
                <a:spcPts val="0"/>
              </a:spcAft>
              <a:buNone/>
            </a:pPr>
            <a:r>
              <a:rPr lang="en" sz="1600" u="sng">
                <a:solidFill>
                  <a:schemeClr val="hlink"/>
                </a:solidFill>
                <a:latin typeface="Sora"/>
                <a:ea typeface="Sora"/>
                <a:cs typeface="Sora"/>
                <a:sym typeface="Sora"/>
                <a:hlinkClick r:id="rId3"/>
              </a:rPr>
              <a:t>https://fkie-cad.github.io/COMIDDS/content/datasets/flnet2023/</a:t>
            </a:r>
            <a:endParaRPr sz="1600">
              <a:solidFill>
                <a:schemeClr val="lt1"/>
              </a:solidFill>
              <a:latin typeface="Sora"/>
              <a:ea typeface="Sora"/>
              <a:cs typeface="Sora"/>
              <a:sym typeface="Sora"/>
            </a:endParaRPr>
          </a:p>
          <a:p>
            <a:pPr indent="0" lvl="0" marL="0" rtl="0" algn="l">
              <a:spcBef>
                <a:spcPts val="0"/>
              </a:spcBef>
              <a:spcAft>
                <a:spcPts val="0"/>
              </a:spcAft>
              <a:buNone/>
            </a:pPr>
            <a:r>
              <a:t/>
            </a:r>
            <a:endParaRPr sz="1600">
              <a:solidFill>
                <a:schemeClr val="lt1"/>
              </a:solidFill>
              <a:latin typeface="Sora"/>
              <a:ea typeface="Sora"/>
              <a:cs typeface="Sora"/>
              <a:sym typeface="Sora"/>
            </a:endParaRPr>
          </a:p>
          <a:p>
            <a:pPr indent="0" lvl="0" marL="0" rtl="0" algn="l">
              <a:spcBef>
                <a:spcPts val="0"/>
              </a:spcBef>
              <a:spcAft>
                <a:spcPts val="0"/>
              </a:spcAft>
              <a:buNone/>
            </a:pPr>
            <a:r>
              <a:rPr b="1" lang="en" sz="1600">
                <a:solidFill>
                  <a:schemeClr val="lt1"/>
                </a:solidFill>
                <a:latin typeface="Sora"/>
                <a:ea typeface="Sora"/>
                <a:cs typeface="Sora"/>
                <a:sym typeface="Sora"/>
              </a:rPr>
              <a:t>Colab Notebook: </a:t>
            </a:r>
            <a:r>
              <a:rPr lang="en" sz="1600" u="sng">
                <a:solidFill>
                  <a:schemeClr val="hlink"/>
                </a:solidFill>
                <a:latin typeface="Sora"/>
                <a:ea typeface="Sora"/>
                <a:cs typeface="Sora"/>
                <a:sym typeface="Sora"/>
                <a:hlinkClick r:id="rId4"/>
              </a:rPr>
              <a:t>https://colab.research.google.com/drive/147fRUwBCbiSsKXKJA5A8Bp4HE6uIkvEA?usp=sharing</a:t>
            </a:r>
            <a:endParaRPr sz="1600">
              <a:solidFill>
                <a:schemeClr val="lt1"/>
              </a:solidFill>
              <a:latin typeface="Sora"/>
              <a:ea typeface="Sora"/>
              <a:cs typeface="Sora"/>
              <a:sym typeface="Sora"/>
            </a:endParaRPr>
          </a:p>
          <a:p>
            <a:pPr indent="0" lvl="0" marL="0" rtl="0" algn="l">
              <a:spcBef>
                <a:spcPts val="0"/>
              </a:spcBef>
              <a:spcAft>
                <a:spcPts val="0"/>
              </a:spcAft>
              <a:buNone/>
            </a:pPr>
            <a:r>
              <a:t/>
            </a:r>
            <a:endParaRPr sz="1600">
              <a:solidFill>
                <a:schemeClr val="lt1"/>
              </a:solidFill>
              <a:latin typeface="Sora"/>
              <a:ea typeface="Sora"/>
              <a:cs typeface="Sora"/>
              <a:sym typeface="Sora"/>
            </a:endParaRPr>
          </a:p>
          <a:p>
            <a:pPr indent="0" lvl="0" marL="0" rtl="0" algn="l">
              <a:spcBef>
                <a:spcPts val="0"/>
              </a:spcBef>
              <a:spcAft>
                <a:spcPts val="0"/>
              </a:spcAft>
              <a:buNone/>
            </a:pPr>
            <a:r>
              <a:rPr b="1" lang="en" sz="1600">
                <a:solidFill>
                  <a:schemeClr val="lt1"/>
                </a:solidFill>
                <a:latin typeface="Sora"/>
                <a:ea typeface="Sora"/>
                <a:cs typeface="Sora"/>
                <a:sym typeface="Sora"/>
              </a:rPr>
              <a:t>Referred site:</a:t>
            </a:r>
            <a:endParaRPr b="1" sz="1600">
              <a:solidFill>
                <a:schemeClr val="lt1"/>
              </a:solidFill>
              <a:latin typeface="Sora"/>
              <a:ea typeface="Sora"/>
              <a:cs typeface="Sora"/>
              <a:sym typeface="Sora"/>
            </a:endParaRPr>
          </a:p>
          <a:p>
            <a:pPr indent="0" lvl="0" marL="0" rtl="0" algn="l">
              <a:spcBef>
                <a:spcPts val="0"/>
              </a:spcBef>
              <a:spcAft>
                <a:spcPts val="0"/>
              </a:spcAft>
              <a:buNone/>
            </a:pPr>
            <a:r>
              <a:rPr lang="en" sz="1600" u="sng">
                <a:solidFill>
                  <a:schemeClr val="hlink"/>
                </a:solidFill>
                <a:latin typeface="Sora"/>
                <a:ea typeface="Sora"/>
                <a:cs typeface="Sora"/>
                <a:sym typeface="Sora"/>
                <a:hlinkClick r:id="rId5"/>
              </a:rPr>
              <a:t>https://machinelearningmastery.com/data-leakage-machine-learning/</a:t>
            </a:r>
            <a:endParaRPr sz="1600">
              <a:solidFill>
                <a:schemeClr val="lt1"/>
              </a:solidFill>
              <a:latin typeface="Sora"/>
              <a:ea typeface="Sora"/>
              <a:cs typeface="Sora"/>
              <a:sym typeface="Sora"/>
            </a:endParaRPr>
          </a:p>
          <a:p>
            <a:pPr indent="0" lvl="0" marL="0" rtl="0" algn="l">
              <a:spcBef>
                <a:spcPts val="0"/>
              </a:spcBef>
              <a:spcAft>
                <a:spcPts val="0"/>
              </a:spcAft>
              <a:buNone/>
            </a:pPr>
            <a:r>
              <a:t/>
            </a:r>
            <a:endParaRPr sz="1600">
              <a:solidFill>
                <a:schemeClr val="lt1"/>
              </a:solidFill>
              <a:latin typeface="Sora"/>
              <a:ea typeface="Sora"/>
              <a:cs typeface="Sora"/>
              <a:sym typeface="Sora"/>
            </a:endParaRPr>
          </a:p>
          <a:p>
            <a:pPr indent="0" lvl="0" marL="0" rtl="0" algn="l">
              <a:spcBef>
                <a:spcPts val="0"/>
              </a:spcBef>
              <a:spcAft>
                <a:spcPts val="0"/>
              </a:spcAft>
              <a:buNone/>
            </a:pPr>
            <a:r>
              <a:rPr b="1" lang="en" sz="1600">
                <a:solidFill>
                  <a:schemeClr val="lt1"/>
                </a:solidFill>
                <a:latin typeface="Sora"/>
                <a:ea typeface="Sora"/>
                <a:cs typeface="Sora"/>
                <a:sym typeface="Sora"/>
              </a:rPr>
              <a:t>Referred Paper:</a:t>
            </a:r>
            <a:endParaRPr b="1" sz="1600">
              <a:solidFill>
                <a:schemeClr val="lt1"/>
              </a:solidFill>
              <a:latin typeface="Sora"/>
              <a:ea typeface="Sora"/>
              <a:cs typeface="Sora"/>
              <a:sym typeface="Sora"/>
            </a:endParaRPr>
          </a:p>
          <a:p>
            <a:pPr indent="0" lvl="0" marL="0" rtl="0" algn="l">
              <a:spcBef>
                <a:spcPts val="0"/>
              </a:spcBef>
              <a:spcAft>
                <a:spcPts val="0"/>
              </a:spcAft>
              <a:buNone/>
            </a:pPr>
            <a:r>
              <a:rPr lang="en" sz="1600" u="sng">
                <a:solidFill>
                  <a:schemeClr val="hlink"/>
                </a:solidFill>
                <a:latin typeface="Sora"/>
                <a:ea typeface="Sora"/>
                <a:cs typeface="Sora"/>
                <a:sym typeface="Sora"/>
                <a:hlinkClick r:id="rId6"/>
              </a:rPr>
              <a:t>https://journalofbigdata.springeropen.com/articles/10.1186/s40537-024-00886-w</a:t>
            </a:r>
            <a:endParaRPr sz="1600">
              <a:solidFill>
                <a:schemeClr val="lt1"/>
              </a:solidFill>
              <a:latin typeface="Sora"/>
              <a:ea typeface="Sora"/>
              <a:cs typeface="Sora"/>
              <a:sym typeface="Sora"/>
            </a:endParaRPr>
          </a:p>
          <a:p>
            <a:pPr indent="0" lvl="0" marL="0" rtl="0" algn="l">
              <a:spcBef>
                <a:spcPts val="0"/>
              </a:spcBef>
              <a:spcAft>
                <a:spcPts val="0"/>
              </a:spcAft>
              <a:buNone/>
            </a:pPr>
            <a:r>
              <a:t/>
            </a:r>
            <a:endParaRPr sz="1600">
              <a:solidFill>
                <a:schemeClr val="lt1"/>
              </a:solidFill>
              <a:latin typeface="Sora"/>
              <a:ea typeface="Sora"/>
              <a:cs typeface="Sora"/>
              <a:sym typeface="Sora"/>
            </a:endParaRPr>
          </a:p>
          <a:p>
            <a:pPr indent="0" lvl="0" marL="0" rtl="0" algn="l">
              <a:spcBef>
                <a:spcPts val="0"/>
              </a:spcBef>
              <a:spcAft>
                <a:spcPts val="0"/>
              </a:spcAft>
              <a:buNone/>
            </a:pPr>
            <a:r>
              <a:t/>
            </a:r>
            <a:endParaRPr sz="1600">
              <a:solidFill>
                <a:schemeClr val="lt1"/>
              </a:solidFill>
              <a:latin typeface="Sora"/>
              <a:ea typeface="Sora"/>
              <a:cs typeface="Sora"/>
              <a:sym typeface="Sor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91"/>
          <p:cNvSpPr txBox="1"/>
          <p:nvPr>
            <p:ph type="title"/>
          </p:nvPr>
        </p:nvSpPr>
        <p:spPr>
          <a:xfrm>
            <a:off x="2662050" y="1569925"/>
            <a:ext cx="3819900" cy="10314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